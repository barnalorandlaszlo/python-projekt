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9FE44D-ED9A-4BB4-9456-ECCA37B196FD}" type="doc">
      <dgm:prSet loTypeId="urn:microsoft.com/office/officeart/2005/8/layout/vList5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72422F4-E752-446D-B424-6712832E9A1F}">
      <dgm:prSet/>
      <dgm:spPr/>
      <dgm:t>
        <a:bodyPr/>
        <a:lstStyle/>
        <a:p>
          <a:r>
            <a:rPr lang="hu-HU"/>
            <a:t>Dátum</a:t>
          </a:r>
          <a:endParaRPr lang="en-US"/>
        </a:p>
      </dgm:t>
    </dgm:pt>
    <dgm:pt modelId="{2C052AFB-33FC-41F7-AD25-6AFAA663CCEC}" type="parTrans" cxnId="{AE0DCB58-DCE6-4431-928E-D89ADE7BA8B3}">
      <dgm:prSet/>
      <dgm:spPr/>
      <dgm:t>
        <a:bodyPr/>
        <a:lstStyle/>
        <a:p>
          <a:endParaRPr lang="en-US"/>
        </a:p>
      </dgm:t>
    </dgm:pt>
    <dgm:pt modelId="{15E84DEE-4464-45E5-A2D7-C242327C4F84}" type="sibTrans" cxnId="{AE0DCB58-DCE6-4431-928E-D89ADE7BA8B3}">
      <dgm:prSet/>
      <dgm:spPr/>
      <dgm:t>
        <a:bodyPr/>
        <a:lstStyle/>
        <a:p>
          <a:endParaRPr lang="en-US"/>
        </a:p>
      </dgm:t>
    </dgm:pt>
    <dgm:pt modelId="{445FA15F-07B2-402C-ADCE-2F1CF53A8408}">
      <dgm:prSet/>
      <dgm:spPr/>
      <dgm:t>
        <a:bodyPr/>
        <a:lstStyle/>
        <a:p>
          <a:r>
            <a:rPr lang="hu-HU"/>
            <a:t>Összeg</a:t>
          </a:r>
          <a:endParaRPr lang="en-US"/>
        </a:p>
      </dgm:t>
    </dgm:pt>
    <dgm:pt modelId="{2827E893-49E0-46B2-8AA2-E56A1771EC45}" type="parTrans" cxnId="{C8653BF6-1BEC-4F07-AEC3-C2DA2A0F117E}">
      <dgm:prSet/>
      <dgm:spPr/>
      <dgm:t>
        <a:bodyPr/>
        <a:lstStyle/>
        <a:p>
          <a:endParaRPr lang="en-US"/>
        </a:p>
      </dgm:t>
    </dgm:pt>
    <dgm:pt modelId="{044C5F5F-1405-488E-9E78-D1788F42572A}" type="sibTrans" cxnId="{C8653BF6-1BEC-4F07-AEC3-C2DA2A0F117E}">
      <dgm:prSet/>
      <dgm:spPr/>
      <dgm:t>
        <a:bodyPr/>
        <a:lstStyle/>
        <a:p>
          <a:endParaRPr lang="en-US"/>
        </a:p>
      </dgm:t>
    </dgm:pt>
    <dgm:pt modelId="{D93A5DC6-B98A-4411-A059-9DB7B1BE74EF}">
      <dgm:prSet/>
      <dgm:spPr/>
      <dgm:t>
        <a:bodyPr/>
        <a:lstStyle/>
        <a:p>
          <a:r>
            <a:rPr lang="hu-HU"/>
            <a:t>Kategória</a:t>
          </a:r>
          <a:endParaRPr lang="en-US"/>
        </a:p>
      </dgm:t>
    </dgm:pt>
    <dgm:pt modelId="{A22BC8CF-1BCD-445F-B41B-02C9DA57A6F8}" type="parTrans" cxnId="{5FC2290D-173D-43F9-BA55-EAA2100AC76B}">
      <dgm:prSet/>
      <dgm:spPr/>
      <dgm:t>
        <a:bodyPr/>
        <a:lstStyle/>
        <a:p>
          <a:endParaRPr lang="en-US"/>
        </a:p>
      </dgm:t>
    </dgm:pt>
    <dgm:pt modelId="{EC57D311-D38F-419E-9DB1-A735C1EE2E7F}" type="sibTrans" cxnId="{5FC2290D-173D-43F9-BA55-EAA2100AC76B}">
      <dgm:prSet/>
      <dgm:spPr/>
      <dgm:t>
        <a:bodyPr/>
        <a:lstStyle/>
        <a:p>
          <a:endParaRPr lang="en-US"/>
        </a:p>
      </dgm:t>
    </dgm:pt>
    <dgm:pt modelId="{56345341-3246-4097-A255-356EBC556B2B}">
      <dgm:prSet/>
      <dgm:spPr/>
      <dgm:t>
        <a:bodyPr/>
        <a:lstStyle/>
        <a:p>
          <a:r>
            <a:rPr lang="hu-HU"/>
            <a:t>Megjegyzés</a:t>
          </a:r>
          <a:endParaRPr lang="en-US"/>
        </a:p>
      </dgm:t>
    </dgm:pt>
    <dgm:pt modelId="{071DCB3C-6B5B-4DE1-845A-659020F98E91}" type="parTrans" cxnId="{8B26E5F6-AED6-4411-ADDB-94B2F267AB12}">
      <dgm:prSet/>
      <dgm:spPr/>
      <dgm:t>
        <a:bodyPr/>
        <a:lstStyle/>
        <a:p>
          <a:endParaRPr lang="en-US"/>
        </a:p>
      </dgm:t>
    </dgm:pt>
    <dgm:pt modelId="{0D29D58F-6AB8-4951-A4A3-14082EB9D6E8}" type="sibTrans" cxnId="{8B26E5F6-AED6-4411-ADDB-94B2F267AB12}">
      <dgm:prSet/>
      <dgm:spPr/>
      <dgm:t>
        <a:bodyPr/>
        <a:lstStyle/>
        <a:p>
          <a:endParaRPr lang="en-US"/>
        </a:p>
      </dgm:t>
    </dgm:pt>
    <dgm:pt modelId="{0D86DA8E-2A7D-41E1-92B1-4BAD05947137}">
      <dgm:prSet/>
      <dgm:spPr/>
      <dgm:t>
        <a:bodyPr/>
        <a:lstStyle/>
        <a:p>
          <a:r>
            <a:rPr lang="hu-HU"/>
            <a:t>Típus(kiadás/bevétel) </a:t>
          </a:r>
          <a:endParaRPr lang="en-US"/>
        </a:p>
      </dgm:t>
    </dgm:pt>
    <dgm:pt modelId="{F72CBFBF-591F-4411-801A-076CEAEA0575}" type="parTrans" cxnId="{8068585D-4ECC-4E35-B9C8-07ADCFC38F8D}">
      <dgm:prSet/>
      <dgm:spPr/>
      <dgm:t>
        <a:bodyPr/>
        <a:lstStyle/>
        <a:p>
          <a:endParaRPr lang="en-US"/>
        </a:p>
      </dgm:t>
    </dgm:pt>
    <dgm:pt modelId="{3522EDA3-A5C8-4088-A598-6F29286D1F00}" type="sibTrans" cxnId="{8068585D-4ECC-4E35-B9C8-07ADCFC38F8D}">
      <dgm:prSet/>
      <dgm:spPr/>
      <dgm:t>
        <a:bodyPr/>
        <a:lstStyle/>
        <a:p>
          <a:endParaRPr lang="en-US"/>
        </a:p>
      </dgm:t>
    </dgm:pt>
    <dgm:pt modelId="{6D019CAE-D5D0-47D8-8877-CBB0A2C05D50}" type="pres">
      <dgm:prSet presAssocID="{459FE44D-ED9A-4BB4-9456-ECCA37B196FD}" presName="Name0" presStyleCnt="0">
        <dgm:presLayoutVars>
          <dgm:dir/>
          <dgm:animLvl val="lvl"/>
          <dgm:resizeHandles val="exact"/>
        </dgm:presLayoutVars>
      </dgm:prSet>
      <dgm:spPr/>
    </dgm:pt>
    <dgm:pt modelId="{46FC23D6-0063-4840-BE48-F713F3148E97}" type="pres">
      <dgm:prSet presAssocID="{E72422F4-E752-446D-B424-6712832E9A1F}" presName="linNode" presStyleCnt="0"/>
      <dgm:spPr/>
    </dgm:pt>
    <dgm:pt modelId="{10D90DA9-6E45-4F83-BA50-8AD2F0373053}" type="pres">
      <dgm:prSet presAssocID="{E72422F4-E752-446D-B424-6712832E9A1F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C1398D49-BFF3-4C61-8321-E1682E528DA0}" type="pres">
      <dgm:prSet presAssocID="{15E84DEE-4464-45E5-A2D7-C242327C4F84}" presName="sp" presStyleCnt="0"/>
      <dgm:spPr/>
    </dgm:pt>
    <dgm:pt modelId="{AD03A0BA-0465-40EF-8B1C-6D6E3FBCB5A7}" type="pres">
      <dgm:prSet presAssocID="{445FA15F-07B2-402C-ADCE-2F1CF53A8408}" presName="linNode" presStyleCnt="0"/>
      <dgm:spPr/>
    </dgm:pt>
    <dgm:pt modelId="{13DE3D3D-3DEF-45F0-9127-4F74A0A95665}" type="pres">
      <dgm:prSet presAssocID="{445FA15F-07B2-402C-ADCE-2F1CF53A8408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4F3FAC03-B0AF-4F4B-AFCB-FD266AF156FA}" type="pres">
      <dgm:prSet presAssocID="{044C5F5F-1405-488E-9E78-D1788F42572A}" presName="sp" presStyleCnt="0"/>
      <dgm:spPr/>
    </dgm:pt>
    <dgm:pt modelId="{90B59FD9-B501-4317-B46E-CEA594AD1D49}" type="pres">
      <dgm:prSet presAssocID="{D93A5DC6-B98A-4411-A059-9DB7B1BE74EF}" presName="linNode" presStyleCnt="0"/>
      <dgm:spPr/>
    </dgm:pt>
    <dgm:pt modelId="{7C1219E6-6FDD-4541-9C59-6CE25D8CB82B}" type="pres">
      <dgm:prSet presAssocID="{D93A5DC6-B98A-4411-A059-9DB7B1BE74EF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5934B78C-13E1-43D7-85AD-E66C84B1DD34}" type="pres">
      <dgm:prSet presAssocID="{EC57D311-D38F-419E-9DB1-A735C1EE2E7F}" presName="sp" presStyleCnt="0"/>
      <dgm:spPr/>
    </dgm:pt>
    <dgm:pt modelId="{964392E4-1D55-4F42-A0B0-5B9FE21E2D7E}" type="pres">
      <dgm:prSet presAssocID="{56345341-3246-4097-A255-356EBC556B2B}" presName="linNode" presStyleCnt="0"/>
      <dgm:spPr/>
    </dgm:pt>
    <dgm:pt modelId="{E502C2D4-B08A-4C63-844F-9409714544C2}" type="pres">
      <dgm:prSet presAssocID="{56345341-3246-4097-A255-356EBC556B2B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FABDA131-B33E-4DFA-8B3B-6E1EDAC01133}" type="pres">
      <dgm:prSet presAssocID="{0D29D58F-6AB8-4951-A4A3-14082EB9D6E8}" presName="sp" presStyleCnt="0"/>
      <dgm:spPr/>
    </dgm:pt>
    <dgm:pt modelId="{DEB38029-FCD7-42EB-98F4-6071D7855667}" type="pres">
      <dgm:prSet presAssocID="{0D86DA8E-2A7D-41E1-92B1-4BAD05947137}" presName="linNode" presStyleCnt="0"/>
      <dgm:spPr/>
    </dgm:pt>
    <dgm:pt modelId="{3DE5FC07-3DF1-4811-85A1-005BA7E0ED3C}" type="pres">
      <dgm:prSet presAssocID="{0D86DA8E-2A7D-41E1-92B1-4BAD05947137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5FC2290D-173D-43F9-BA55-EAA2100AC76B}" srcId="{459FE44D-ED9A-4BB4-9456-ECCA37B196FD}" destId="{D93A5DC6-B98A-4411-A059-9DB7B1BE74EF}" srcOrd="2" destOrd="0" parTransId="{A22BC8CF-1BCD-445F-B41B-02C9DA57A6F8}" sibTransId="{EC57D311-D38F-419E-9DB1-A735C1EE2E7F}"/>
    <dgm:cxn modelId="{19BA5811-D824-4DF5-BDB8-093B7A3FB2CA}" type="presOf" srcId="{D93A5DC6-B98A-4411-A059-9DB7B1BE74EF}" destId="{7C1219E6-6FDD-4541-9C59-6CE25D8CB82B}" srcOrd="0" destOrd="0" presId="urn:microsoft.com/office/officeart/2005/8/layout/vList5"/>
    <dgm:cxn modelId="{8068585D-4ECC-4E35-B9C8-07ADCFC38F8D}" srcId="{459FE44D-ED9A-4BB4-9456-ECCA37B196FD}" destId="{0D86DA8E-2A7D-41E1-92B1-4BAD05947137}" srcOrd="4" destOrd="0" parTransId="{F72CBFBF-591F-4411-801A-076CEAEA0575}" sibTransId="{3522EDA3-A5C8-4088-A598-6F29286D1F00}"/>
    <dgm:cxn modelId="{F3EBFE54-3372-4AF3-9726-82A6E1855EFA}" type="presOf" srcId="{0D86DA8E-2A7D-41E1-92B1-4BAD05947137}" destId="{3DE5FC07-3DF1-4811-85A1-005BA7E0ED3C}" srcOrd="0" destOrd="0" presId="urn:microsoft.com/office/officeart/2005/8/layout/vList5"/>
    <dgm:cxn modelId="{00B2CA56-7984-41C7-96DB-1D28904028ED}" type="presOf" srcId="{459FE44D-ED9A-4BB4-9456-ECCA37B196FD}" destId="{6D019CAE-D5D0-47D8-8877-CBB0A2C05D50}" srcOrd="0" destOrd="0" presId="urn:microsoft.com/office/officeart/2005/8/layout/vList5"/>
    <dgm:cxn modelId="{AE0DCB58-DCE6-4431-928E-D89ADE7BA8B3}" srcId="{459FE44D-ED9A-4BB4-9456-ECCA37B196FD}" destId="{E72422F4-E752-446D-B424-6712832E9A1F}" srcOrd="0" destOrd="0" parTransId="{2C052AFB-33FC-41F7-AD25-6AFAA663CCEC}" sibTransId="{15E84DEE-4464-45E5-A2D7-C242327C4F84}"/>
    <dgm:cxn modelId="{CB21E7B8-E467-475D-B8C8-A7BD783AE5A6}" type="presOf" srcId="{56345341-3246-4097-A255-356EBC556B2B}" destId="{E502C2D4-B08A-4C63-844F-9409714544C2}" srcOrd="0" destOrd="0" presId="urn:microsoft.com/office/officeart/2005/8/layout/vList5"/>
    <dgm:cxn modelId="{AB7C7DC3-C97C-488A-947E-8E8DDF3E28BF}" type="presOf" srcId="{445FA15F-07B2-402C-ADCE-2F1CF53A8408}" destId="{13DE3D3D-3DEF-45F0-9127-4F74A0A95665}" srcOrd="0" destOrd="0" presId="urn:microsoft.com/office/officeart/2005/8/layout/vList5"/>
    <dgm:cxn modelId="{0F09F2DA-E26C-4A51-AB92-0C49EC192C16}" type="presOf" srcId="{E72422F4-E752-446D-B424-6712832E9A1F}" destId="{10D90DA9-6E45-4F83-BA50-8AD2F0373053}" srcOrd="0" destOrd="0" presId="urn:microsoft.com/office/officeart/2005/8/layout/vList5"/>
    <dgm:cxn modelId="{C8653BF6-1BEC-4F07-AEC3-C2DA2A0F117E}" srcId="{459FE44D-ED9A-4BB4-9456-ECCA37B196FD}" destId="{445FA15F-07B2-402C-ADCE-2F1CF53A8408}" srcOrd="1" destOrd="0" parTransId="{2827E893-49E0-46B2-8AA2-E56A1771EC45}" sibTransId="{044C5F5F-1405-488E-9E78-D1788F42572A}"/>
    <dgm:cxn modelId="{8B26E5F6-AED6-4411-ADDB-94B2F267AB12}" srcId="{459FE44D-ED9A-4BB4-9456-ECCA37B196FD}" destId="{56345341-3246-4097-A255-356EBC556B2B}" srcOrd="3" destOrd="0" parTransId="{071DCB3C-6B5B-4DE1-845A-659020F98E91}" sibTransId="{0D29D58F-6AB8-4951-A4A3-14082EB9D6E8}"/>
    <dgm:cxn modelId="{8E575293-6D40-4008-A6E6-FF5DC83F4047}" type="presParOf" srcId="{6D019CAE-D5D0-47D8-8877-CBB0A2C05D50}" destId="{46FC23D6-0063-4840-BE48-F713F3148E97}" srcOrd="0" destOrd="0" presId="urn:microsoft.com/office/officeart/2005/8/layout/vList5"/>
    <dgm:cxn modelId="{88AFFB2A-1CC9-414E-B238-807C5C20CE65}" type="presParOf" srcId="{46FC23D6-0063-4840-BE48-F713F3148E97}" destId="{10D90DA9-6E45-4F83-BA50-8AD2F0373053}" srcOrd="0" destOrd="0" presId="urn:microsoft.com/office/officeart/2005/8/layout/vList5"/>
    <dgm:cxn modelId="{3E613699-8417-4A5D-9E87-DE79D5BDD168}" type="presParOf" srcId="{6D019CAE-D5D0-47D8-8877-CBB0A2C05D50}" destId="{C1398D49-BFF3-4C61-8321-E1682E528DA0}" srcOrd="1" destOrd="0" presId="urn:microsoft.com/office/officeart/2005/8/layout/vList5"/>
    <dgm:cxn modelId="{5D0E90F8-63C2-4D52-860A-7DBF87187CF7}" type="presParOf" srcId="{6D019CAE-D5D0-47D8-8877-CBB0A2C05D50}" destId="{AD03A0BA-0465-40EF-8B1C-6D6E3FBCB5A7}" srcOrd="2" destOrd="0" presId="urn:microsoft.com/office/officeart/2005/8/layout/vList5"/>
    <dgm:cxn modelId="{88924ADB-F9A2-4309-A6CA-65A3F8A564B0}" type="presParOf" srcId="{AD03A0BA-0465-40EF-8B1C-6D6E3FBCB5A7}" destId="{13DE3D3D-3DEF-45F0-9127-4F74A0A95665}" srcOrd="0" destOrd="0" presId="urn:microsoft.com/office/officeart/2005/8/layout/vList5"/>
    <dgm:cxn modelId="{6832A568-60B8-43DE-80EB-11524589612A}" type="presParOf" srcId="{6D019CAE-D5D0-47D8-8877-CBB0A2C05D50}" destId="{4F3FAC03-B0AF-4F4B-AFCB-FD266AF156FA}" srcOrd="3" destOrd="0" presId="urn:microsoft.com/office/officeart/2005/8/layout/vList5"/>
    <dgm:cxn modelId="{BE858AE8-AD00-41B7-B1C3-44A2E60D8B2E}" type="presParOf" srcId="{6D019CAE-D5D0-47D8-8877-CBB0A2C05D50}" destId="{90B59FD9-B501-4317-B46E-CEA594AD1D49}" srcOrd="4" destOrd="0" presId="urn:microsoft.com/office/officeart/2005/8/layout/vList5"/>
    <dgm:cxn modelId="{69FDF408-B896-417A-8CC8-ED0585182F3C}" type="presParOf" srcId="{90B59FD9-B501-4317-B46E-CEA594AD1D49}" destId="{7C1219E6-6FDD-4541-9C59-6CE25D8CB82B}" srcOrd="0" destOrd="0" presId="urn:microsoft.com/office/officeart/2005/8/layout/vList5"/>
    <dgm:cxn modelId="{7B8C418A-2185-4EEE-87B5-5D0EDBF56D07}" type="presParOf" srcId="{6D019CAE-D5D0-47D8-8877-CBB0A2C05D50}" destId="{5934B78C-13E1-43D7-85AD-E66C84B1DD34}" srcOrd="5" destOrd="0" presId="urn:microsoft.com/office/officeart/2005/8/layout/vList5"/>
    <dgm:cxn modelId="{4C37FD21-F33C-4840-ACFC-8D830CE3AA7D}" type="presParOf" srcId="{6D019CAE-D5D0-47D8-8877-CBB0A2C05D50}" destId="{964392E4-1D55-4F42-A0B0-5B9FE21E2D7E}" srcOrd="6" destOrd="0" presId="urn:microsoft.com/office/officeart/2005/8/layout/vList5"/>
    <dgm:cxn modelId="{695B66E7-E9BF-412A-AFE8-E1CF02BF2F54}" type="presParOf" srcId="{964392E4-1D55-4F42-A0B0-5B9FE21E2D7E}" destId="{E502C2D4-B08A-4C63-844F-9409714544C2}" srcOrd="0" destOrd="0" presId="urn:microsoft.com/office/officeart/2005/8/layout/vList5"/>
    <dgm:cxn modelId="{9D02D756-E944-446D-A152-003FA66D9C12}" type="presParOf" srcId="{6D019CAE-D5D0-47D8-8877-CBB0A2C05D50}" destId="{FABDA131-B33E-4DFA-8B3B-6E1EDAC01133}" srcOrd="7" destOrd="0" presId="urn:microsoft.com/office/officeart/2005/8/layout/vList5"/>
    <dgm:cxn modelId="{F2AC13E6-8C62-4D98-9582-2F088289F226}" type="presParOf" srcId="{6D019CAE-D5D0-47D8-8877-CBB0A2C05D50}" destId="{DEB38029-FCD7-42EB-98F4-6071D7855667}" srcOrd="8" destOrd="0" presId="urn:microsoft.com/office/officeart/2005/8/layout/vList5"/>
    <dgm:cxn modelId="{B928485B-BD2E-4AB5-934A-CD2E0B554D4A}" type="presParOf" srcId="{DEB38029-FCD7-42EB-98F4-6071D7855667}" destId="{3DE5FC07-3DF1-4811-85A1-005BA7E0ED3C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F71B6F7-3F32-4A44-A249-6E596665BFF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1920CB5-742C-46D3-9028-B808C8E7B339}">
      <dgm:prSet/>
      <dgm:spPr/>
      <dgm:t>
        <a:bodyPr/>
        <a:lstStyle/>
        <a:p>
          <a:r>
            <a:rPr lang="hu-HU"/>
            <a:t>Új tétel felvétele</a:t>
          </a:r>
          <a:endParaRPr lang="en-US"/>
        </a:p>
      </dgm:t>
    </dgm:pt>
    <dgm:pt modelId="{63051CB7-ABD3-498F-B832-9197F7CA7065}" type="parTrans" cxnId="{8CC7B932-6660-4E00-AB18-67125A77DF09}">
      <dgm:prSet/>
      <dgm:spPr/>
      <dgm:t>
        <a:bodyPr/>
        <a:lstStyle/>
        <a:p>
          <a:endParaRPr lang="en-US"/>
        </a:p>
      </dgm:t>
    </dgm:pt>
    <dgm:pt modelId="{0B15DCFD-CEC8-4596-A9BD-282BBD1AA70A}" type="sibTrans" cxnId="{8CC7B932-6660-4E00-AB18-67125A77DF09}">
      <dgm:prSet/>
      <dgm:spPr/>
      <dgm:t>
        <a:bodyPr/>
        <a:lstStyle/>
        <a:p>
          <a:endParaRPr lang="en-US"/>
        </a:p>
      </dgm:t>
    </dgm:pt>
    <dgm:pt modelId="{C8285E23-29CF-48DF-B355-1D629D25BA8D}">
      <dgm:prSet/>
      <dgm:spPr/>
      <dgm:t>
        <a:bodyPr/>
        <a:lstStyle/>
        <a:p>
          <a:r>
            <a:rPr lang="hu-HU"/>
            <a:t>Tételek listája + szűrés</a:t>
          </a:r>
          <a:endParaRPr lang="en-US"/>
        </a:p>
      </dgm:t>
    </dgm:pt>
    <dgm:pt modelId="{65AD6C5A-4AE6-4832-B61F-7E4DF887E2F0}" type="parTrans" cxnId="{C45C0064-0E01-43C1-8DA7-4AC607410DD7}">
      <dgm:prSet/>
      <dgm:spPr/>
      <dgm:t>
        <a:bodyPr/>
        <a:lstStyle/>
        <a:p>
          <a:endParaRPr lang="en-US"/>
        </a:p>
      </dgm:t>
    </dgm:pt>
    <dgm:pt modelId="{4E16CA7F-57B2-401F-9B60-4146EDC94F11}" type="sibTrans" cxnId="{C45C0064-0E01-43C1-8DA7-4AC607410DD7}">
      <dgm:prSet/>
      <dgm:spPr/>
      <dgm:t>
        <a:bodyPr/>
        <a:lstStyle/>
        <a:p>
          <a:endParaRPr lang="en-US"/>
        </a:p>
      </dgm:t>
    </dgm:pt>
    <dgm:pt modelId="{EA7E0AD3-0947-4D84-9258-167DE31FCCAE}">
      <dgm:prSet/>
      <dgm:spPr/>
      <dgm:t>
        <a:bodyPr/>
        <a:lstStyle/>
        <a:p>
          <a:r>
            <a:rPr lang="hu-HU"/>
            <a:t>Módosítás/ törlés </a:t>
          </a:r>
          <a:endParaRPr lang="en-US"/>
        </a:p>
      </dgm:t>
    </dgm:pt>
    <dgm:pt modelId="{FF21563B-CC20-4ECD-9AC6-62BEEB43CDA0}" type="parTrans" cxnId="{AE711105-D289-4347-8D31-1B6F423F7E63}">
      <dgm:prSet/>
      <dgm:spPr/>
      <dgm:t>
        <a:bodyPr/>
        <a:lstStyle/>
        <a:p>
          <a:endParaRPr lang="en-US"/>
        </a:p>
      </dgm:t>
    </dgm:pt>
    <dgm:pt modelId="{DE3F036B-A1CD-457E-8779-A0D76B29504F}" type="sibTrans" cxnId="{AE711105-D289-4347-8D31-1B6F423F7E63}">
      <dgm:prSet/>
      <dgm:spPr/>
      <dgm:t>
        <a:bodyPr/>
        <a:lstStyle/>
        <a:p>
          <a:endParaRPr lang="en-US"/>
        </a:p>
      </dgm:t>
    </dgm:pt>
    <dgm:pt modelId="{1CDB10F4-26DB-47A6-B948-DD1A7DDBE9BD}">
      <dgm:prSet/>
      <dgm:spPr/>
      <dgm:t>
        <a:bodyPr/>
        <a:lstStyle/>
        <a:p>
          <a:r>
            <a:rPr lang="hu-HU"/>
            <a:t>Statisztika + grafikonok</a:t>
          </a:r>
          <a:endParaRPr lang="en-US"/>
        </a:p>
      </dgm:t>
    </dgm:pt>
    <dgm:pt modelId="{29CFBFD0-8780-4BAD-99D7-0EA05E632FAE}" type="parTrans" cxnId="{93666DE6-C072-42FC-A8C1-ED75C3F4B368}">
      <dgm:prSet/>
      <dgm:spPr/>
      <dgm:t>
        <a:bodyPr/>
        <a:lstStyle/>
        <a:p>
          <a:endParaRPr lang="en-US"/>
        </a:p>
      </dgm:t>
    </dgm:pt>
    <dgm:pt modelId="{058AB643-2EAF-436D-9563-5CD8FA0E5499}" type="sibTrans" cxnId="{93666DE6-C072-42FC-A8C1-ED75C3F4B368}">
      <dgm:prSet/>
      <dgm:spPr/>
      <dgm:t>
        <a:bodyPr/>
        <a:lstStyle/>
        <a:p>
          <a:endParaRPr lang="en-US"/>
        </a:p>
      </dgm:t>
    </dgm:pt>
    <dgm:pt modelId="{257EA724-6272-45CB-ABC8-9FF05F9DF3A3}">
      <dgm:prSet/>
      <dgm:spPr/>
      <dgm:t>
        <a:bodyPr/>
        <a:lstStyle/>
        <a:p>
          <a:r>
            <a:rPr lang="hu-HU"/>
            <a:t>Havi keret figyelése</a:t>
          </a:r>
          <a:endParaRPr lang="en-US"/>
        </a:p>
      </dgm:t>
    </dgm:pt>
    <dgm:pt modelId="{919C0596-6C2D-4E4B-BCA8-02CBBC2AB3AE}" type="parTrans" cxnId="{B9C06A46-8BAA-4E5A-AAC8-5A5B92CC85F0}">
      <dgm:prSet/>
      <dgm:spPr/>
      <dgm:t>
        <a:bodyPr/>
        <a:lstStyle/>
        <a:p>
          <a:endParaRPr lang="en-US"/>
        </a:p>
      </dgm:t>
    </dgm:pt>
    <dgm:pt modelId="{5F940D84-EF22-410B-A68B-B9B574280AAA}" type="sibTrans" cxnId="{B9C06A46-8BAA-4E5A-AAC8-5A5B92CC85F0}">
      <dgm:prSet/>
      <dgm:spPr/>
      <dgm:t>
        <a:bodyPr/>
        <a:lstStyle/>
        <a:p>
          <a:endParaRPr lang="en-US"/>
        </a:p>
      </dgm:t>
    </dgm:pt>
    <dgm:pt modelId="{8126C9D3-D74A-419A-87A0-C71B9C952A87}">
      <dgm:prSet/>
      <dgm:spPr/>
      <dgm:t>
        <a:bodyPr/>
        <a:lstStyle/>
        <a:p>
          <a:r>
            <a:rPr lang="hu-HU"/>
            <a:t>Kezdőlap dashboard</a:t>
          </a:r>
          <a:endParaRPr lang="en-US"/>
        </a:p>
      </dgm:t>
    </dgm:pt>
    <dgm:pt modelId="{61B79E7C-4535-49BD-8C2D-CD31C9A1E970}" type="parTrans" cxnId="{A5574DB0-64D4-4C97-8F81-016F843C0FD2}">
      <dgm:prSet/>
      <dgm:spPr/>
      <dgm:t>
        <a:bodyPr/>
        <a:lstStyle/>
        <a:p>
          <a:endParaRPr lang="en-US"/>
        </a:p>
      </dgm:t>
    </dgm:pt>
    <dgm:pt modelId="{17858800-8C11-4A2A-890A-75863DFECC14}" type="sibTrans" cxnId="{A5574DB0-64D4-4C97-8F81-016F843C0FD2}">
      <dgm:prSet/>
      <dgm:spPr/>
      <dgm:t>
        <a:bodyPr/>
        <a:lstStyle/>
        <a:p>
          <a:endParaRPr lang="en-US"/>
        </a:p>
      </dgm:t>
    </dgm:pt>
    <dgm:pt modelId="{F286F1D9-8FB1-4A5B-9BD5-4F3BC825FAB8}">
      <dgm:prSet/>
      <dgm:spPr/>
      <dgm:t>
        <a:bodyPr/>
        <a:lstStyle/>
        <a:p>
          <a:r>
            <a:rPr lang="hu-HU"/>
            <a:t>CSV export (Excel-barát)</a:t>
          </a:r>
          <a:endParaRPr lang="en-US"/>
        </a:p>
      </dgm:t>
    </dgm:pt>
    <dgm:pt modelId="{761E4A79-24F1-40F4-8857-A291390C3AF0}" type="parTrans" cxnId="{7506994B-B9B1-4EB0-8285-073CCA70C15A}">
      <dgm:prSet/>
      <dgm:spPr/>
      <dgm:t>
        <a:bodyPr/>
        <a:lstStyle/>
        <a:p>
          <a:endParaRPr lang="en-US"/>
        </a:p>
      </dgm:t>
    </dgm:pt>
    <dgm:pt modelId="{1BDFBEED-C034-4759-A0AE-132BB8CAA7C1}" type="sibTrans" cxnId="{7506994B-B9B1-4EB0-8285-073CCA70C15A}">
      <dgm:prSet/>
      <dgm:spPr/>
      <dgm:t>
        <a:bodyPr/>
        <a:lstStyle/>
        <a:p>
          <a:endParaRPr lang="en-US"/>
        </a:p>
      </dgm:t>
    </dgm:pt>
    <dgm:pt modelId="{29151A33-10CF-4F4E-B3B7-A49B059CFDB4}" type="pres">
      <dgm:prSet presAssocID="{3F71B6F7-3F32-4A44-A249-6E596665BFF1}" presName="linear" presStyleCnt="0">
        <dgm:presLayoutVars>
          <dgm:animLvl val="lvl"/>
          <dgm:resizeHandles val="exact"/>
        </dgm:presLayoutVars>
      </dgm:prSet>
      <dgm:spPr/>
    </dgm:pt>
    <dgm:pt modelId="{C4892A03-53FF-4462-A03B-7F6FD843874B}" type="pres">
      <dgm:prSet presAssocID="{41920CB5-742C-46D3-9028-B808C8E7B339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F78106BC-9172-47E1-AAA3-8C04188F548B}" type="pres">
      <dgm:prSet presAssocID="{0B15DCFD-CEC8-4596-A9BD-282BBD1AA70A}" presName="spacer" presStyleCnt="0"/>
      <dgm:spPr/>
    </dgm:pt>
    <dgm:pt modelId="{7AC2BB82-3041-42E4-8739-1A610CE00FA7}" type="pres">
      <dgm:prSet presAssocID="{C8285E23-29CF-48DF-B355-1D629D25BA8D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C0AD9CC7-C4BD-4098-844C-235E14CD4EFA}" type="pres">
      <dgm:prSet presAssocID="{4E16CA7F-57B2-401F-9B60-4146EDC94F11}" presName="spacer" presStyleCnt="0"/>
      <dgm:spPr/>
    </dgm:pt>
    <dgm:pt modelId="{E84F86E3-5195-48CF-AFC7-302CAE887CB5}" type="pres">
      <dgm:prSet presAssocID="{EA7E0AD3-0947-4D84-9258-167DE31FCCAE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9356F63C-854B-420C-8AAC-AF6DF04F0B83}" type="pres">
      <dgm:prSet presAssocID="{DE3F036B-A1CD-457E-8779-A0D76B29504F}" presName="spacer" presStyleCnt="0"/>
      <dgm:spPr/>
    </dgm:pt>
    <dgm:pt modelId="{92FC274C-0922-4ED9-8A1F-39BE5C5E806A}" type="pres">
      <dgm:prSet presAssocID="{1CDB10F4-26DB-47A6-B948-DD1A7DDBE9BD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D5A28109-9928-4A18-ADF5-AE8B28F92382}" type="pres">
      <dgm:prSet presAssocID="{058AB643-2EAF-436D-9563-5CD8FA0E5499}" presName="spacer" presStyleCnt="0"/>
      <dgm:spPr/>
    </dgm:pt>
    <dgm:pt modelId="{6E49A430-A161-4643-97C5-C6341BBE6383}" type="pres">
      <dgm:prSet presAssocID="{257EA724-6272-45CB-ABC8-9FF05F9DF3A3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3C47B06E-380B-4832-A8F2-E327A166E006}" type="pres">
      <dgm:prSet presAssocID="{5F940D84-EF22-410B-A68B-B9B574280AAA}" presName="spacer" presStyleCnt="0"/>
      <dgm:spPr/>
    </dgm:pt>
    <dgm:pt modelId="{667564EA-EB59-4603-9CAD-96EE1808E5C0}" type="pres">
      <dgm:prSet presAssocID="{8126C9D3-D74A-419A-87A0-C71B9C952A87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7C030EAB-CEAD-4814-A3F8-CB69F494F9D9}" type="pres">
      <dgm:prSet presAssocID="{17858800-8C11-4A2A-890A-75863DFECC14}" presName="spacer" presStyleCnt="0"/>
      <dgm:spPr/>
    </dgm:pt>
    <dgm:pt modelId="{C3D924D1-6AA9-498B-875D-598B90596F2E}" type="pres">
      <dgm:prSet presAssocID="{F286F1D9-8FB1-4A5B-9BD5-4F3BC825FAB8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B6EE1703-D24D-4B40-8273-0DE49AE29E0D}" type="presOf" srcId="{8126C9D3-D74A-419A-87A0-C71B9C952A87}" destId="{667564EA-EB59-4603-9CAD-96EE1808E5C0}" srcOrd="0" destOrd="0" presId="urn:microsoft.com/office/officeart/2005/8/layout/vList2"/>
    <dgm:cxn modelId="{AE711105-D289-4347-8D31-1B6F423F7E63}" srcId="{3F71B6F7-3F32-4A44-A249-6E596665BFF1}" destId="{EA7E0AD3-0947-4D84-9258-167DE31FCCAE}" srcOrd="2" destOrd="0" parTransId="{FF21563B-CC20-4ECD-9AC6-62BEEB43CDA0}" sibTransId="{DE3F036B-A1CD-457E-8779-A0D76B29504F}"/>
    <dgm:cxn modelId="{C5875731-16CC-4233-9032-8DB6AD09E81B}" type="presOf" srcId="{41920CB5-742C-46D3-9028-B808C8E7B339}" destId="{C4892A03-53FF-4462-A03B-7F6FD843874B}" srcOrd="0" destOrd="0" presId="urn:microsoft.com/office/officeart/2005/8/layout/vList2"/>
    <dgm:cxn modelId="{8CC7B932-6660-4E00-AB18-67125A77DF09}" srcId="{3F71B6F7-3F32-4A44-A249-6E596665BFF1}" destId="{41920CB5-742C-46D3-9028-B808C8E7B339}" srcOrd="0" destOrd="0" parTransId="{63051CB7-ABD3-498F-B832-9197F7CA7065}" sibTransId="{0B15DCFD-CEC8-4596-A9BD-282BBD1AA70A}"/>
    <dgm:cxn modelId="{E7B0C960-1F40-469F-AD51-7954E186E040}" type="presOf" srcId="{EA7E0AD3-0947-4D84-9258-167DE31FCCAE}" destId="{E84F86E3-5195-48CF-AFC7-302CAE887CB5}" srcOrd="0" destOrd="0" presId="urn:microsoft.com/office/officeart/2005/8/layout/vList2"/>
    <dgm:cxn modelId="{C45C0064-0E01-43C1-8DA7-4AC607410DD7}" srcId="{3F71B6F7-3F32-4A44-A249-6E596665BFF1}" destId="{C8285E23-29CF-48DF-B355-1D629D25BA8D}" srcOrd="1" destOrd="0" parTransId="{65AD6C5A-4AE6-4832-B61F-7E4DF887E2F0}" sibTransId="{4E16CA7F-57B2-401F-9B60-4146EDC94F11}"/>
    <dgm:cxn modelId="{B9C06A46-8BAA-4E5A-AAC8-5A5B92CC85F0}" srcId="{3F71B6F7-3F32-4A44-A249-6E596665BFF1}" destId="{257EA724-6272-45CB-ABC8-9FF05F9DF3A3}" srcOrd="4" destOrd="0" parTransId="{919C0596-6C2D-4E4B-BCA8-02CBBC2AB3AE}" sibTransId="{5F940D84-EF22-410B-A68B-B9B574280AAA}"/>
    <dgm:cxn modelId="{B7DFBC46-0D9C-4006-AFC2-D23348D0E450}" type="presOf" srcId="{257EA724-6272-45CB-ABC8-9FF05F9DF3A3}" destId="{6E49A430-A161-4643-97C5-C6341BBE6383}" srcOrd="0" destOrd="0" presId="urn:microsoft.com/office/officeart/2005/8/layout/vList2"/>
    <dgm:cxn modelId="{7506994B-B9B1-4EB0-8285-073CCA70C15A}" srcId="{3F71B6F7-3F32-4A44-A249-6E596665BFF1}" destId="{F286F1D9-8FB1-4A5B-9BD5-4F3BC825FAB8}" srcOrd="6" destOrd="0" parTransId="{761E4A79-24F1-40F4-8857-A291390C3AF0}" sibTransId="{1BDFBEED-C034-4759-A0AE-132BB8CAA7C1}"/>
    <dgm:cxn modelId="{1A8BF299-7520-463A-88BE-E6846891D0E2}" type="presOf" srcId="{F286F1D9-8FB1-4A5B-9BD5-4F3BC825FAB8}" destId="{C3D924D1-6AA9-498B-875D-598B90596F2E}" srcOrd="0" destOrd="0" presId="urn:microsoft.com/office/officeart/2005/8/layout/vList2"/>
    <dgm:cxn modelId="{68BE359B-7F35-4DC1-B820-D446E2539FD5}" type="presOf" srcId="{1CDB10F4-26DB-47A6-B948-DD1A7DDBE9BD}" destId="{92FC274C-0922-4ED9-8A1F-39BE5C5E806A}" srcOrd="0" destOrd="0" presId="urn:microsoft.com/office/officeart/2005/8/layout/vList2"/>
    <dgm:cxn modelId="{A5574DB0-64D4-4C97-8F81-016F843C0FD2}" srcId="{3F71B6F7-3F32-4A44-A249-6E596665BFF1}" destId="{8126C9D3-D74A-419A-87A0-C71B9C952A87}" srcOrd="5" destOrd="0" parTransId="{61B79E7C-4535-49BD-8C2D-CD31C9A1E970}" sibTransId="{17858800-8C11-4A2A-890A-75863DFECC14}"/>
    <dgm:cxn modelId="{C73DB0BB-A3DD-441F-91E2-97F0EE667541}" type="presOf" srcId="{C8285E23-29CF-48DF-B355-1D629D25BA8D}" destId="{7AC2BB82-3041-42E4-8739-1A610CE00FA7}" srcOrd="0" destOrd="0" presId="urn:microsoft.com/office/officeart/2005/8/layout/vList2"/>
    <dgm:cxn modelId="{93666DE6-C072-42FC-A8C1-ED75C3F4B368}" srcId="{3F71B6F7-3F32-4A44-A249-6E596665BFF1}" destId="{1CDB10F4-26DB-47A6-B948-DD1A7DDBE9BD}" srcOrd="3" destOrd="0" parTransId="{29CFBFD0-8780-4BAD-99D7-0EA05E632FAE}" sibTransId="{058AB643-2EAF-436D-9563-5CD8FA0E5499}"/>
    <dgm:cxn modelId="{974B0FEA-0ADD-43A6-B73E-C6A5072DC577}" type="presOf" srcId="{3F71B6F7-3F32-4A44-A249-6E596665BFF1}" destId="{29151A33-10CF-4F4E-B3B7-A49B059CFDB4}" srcOrd="0" destOrd="0" presId="urn:microsoft.com/office/officeart/2005/8/layout/vList2"/>
    <dgm:cxn modelId="{B5F0E7F0-5DBE-4D42-8447-646A93260800}" type="presParOf" srcId="{29151A33-10CF-4F4E-B3B7-A49B059CFDB4}" destId="{C4892A03-53FF-4462-A03B-7F6FD843874B}" srcOrd="0" destOrd="0" presId="urn:microsoft.com/office/officeart/2005/8/layout/vList2"/>
    <dgm:cxn modelId="{28EA49C7-1663-4AA5-BE21-B6D06576DF66}" type="presParOf" srcId="{29151A33-10CF-4F4E-B3B7-A49B059CFDB4}" destId="{F78106BC-9172-47E1-AAA3-8C04188F548B}" srcOrd="1" destOrd="0" presId="urn:microsoft.com/office/officeart/2005/8/layout/vList2"/>
    <dgm:cxn modelId="{1C30EC90-0044-40E0-9EC8-59B993E04B06}" type="presParOf" srcId="{29151A33-10CF-4F4E-B3B7-A49B059CFDB4}" destId="{7AC2BB82-3041-42E4-8739-1A610CE00FA7}" srcOrd="2" destOrd="0" presId="urn:microsoft.com/office/officeart/2005/8/layout/vList2"/>
    <dgm:cxn modelId="{3477DCF4-8C2F-4975-A4B5-F1DA44CD7CD7}" type="presParOf" srcId="{29151A33-10CF-4F4E-B3B7-A49B059CFDB4}" destId="{C0AD9CC7-C4BD-4098-844C-235E14CD4EFA}" srcOrd="3" destOrd="0" presId="urn:microsoft.com/office/officeart/2005/8/layout/vList2"/>
    <dgm:cxn modelId="{46AF18DA-41D6-452F-B2A9-7563F2543E73}" type="presParOf" srcId="{29151A33-10CF-4F4E-B3B7-A49B059CFDB4}" destId="{E84F86E3-5195-48CF-AFC7-302CAE887CB5}" srcOrd="4" destOrd="0" presId="urn:microsoft.com/office/officeart/2005/8/layout/vList2"/>
    <dgm:cxn modelId="{A0BB5BAB-B652-4E9B-94EE-D59F7AF6A88C}" type="presParOf" srcId="{29151A33-10CF-4F4E-B3B7-A49B059CFDB4}" destId="{9356F63C-854B-420C-8AAC-AF6DF04F0B83}" srcOrd="5" destOrd="0" presId="urn:microsoft.com/office/officeart/2005/8/layout/vList2"/>
    <dgm:cxn modelId="{6B793BA5-B387-46D1-8CF5-26C27E7960BE}" type="presParOf" srcId="{29151A33-10CF-4F4E-B3B7-A49B059CFDB4}" destId="{92FC274C-0922-4ED9-8A1F-39BE5C5E806A}" srcOrd="6" destOrd="0" presId="urn:microsoft.com/office/officeart/2005/8/layout/vList2"/>
    <dgm:cxn modelId="{6915D452-184B-427A-BF40-DC24688A1431}" type="presParOf" srcId="{29151A33-10CF-4F4E-B3B7-A49B059CFDB4}" destId="{D5A28109-9928-4A18-ADF5-AE8B28F92382}" srcOrd="7" destOrd="0" presId="urn:microsoft.com/office/officeart/2005/8/layout/vList2"/>
    <dgm:cxn modelId="{C66A62DA-5E71-4BA7-9C24-5D159CE6E31C}" type="presParOf" srcId="{29151A33-10CF-4F4E-B3B7-A49B059CFDB4}" destId="{6E49A430-A161-4643-97C5-C6341BBE6383}" srcOrd="8" destOrd="0" presId="urn:microsoft.com/office/officeart/2005/8/layout/vList2"/>
    <dgm:cxn modelId="{5CD689B8-09ED-4DDD-9598-AD3AABBB34C7}" type="presParOf" srcId="{29151A33-10CF-4F4E-B3B7-A49B059CFDB4}" destId="{3C47B06E-380B-4832-A8F2-E327A166E006}" srcOrd="9" destOrd="0" presId="urn:microsoft.com/office/officeart/2005/8/layout/vList2"/>
    <dgm:cxn modelId="{7BD109B6-E512-4B10-A427-AE49DE7647E1}" type="presParOf" srcId="{29151A33-10CF-4F4E-B3B7-A49B059CFDB4}" destId="{667564EA-EB59-4603-9CAD-96EE1808E5C0}" srcOrd="10" destOrd="0" presId="urn:microsoft.com/office/officeart/2005/8/layout/vList2"/>
    <dgm:cxn modelId="{6828D839-0812-479E-90A4-D65E42033111}" type="presParOf" srcId="{29151A33-10CF-4F4E-B3B7-A49B059CFDB4}" destId="{7C030EAB-CEAD-4814-A3F8-CB69F494F9D9}" srcOrd="11" destOrd="0" presId="urn:microsoft.com/office/officeart/2005/8/layout/vList2"/>
    <dgm:cxn modelId="{7C6F8FBC-EE70-4837-8581-35A81942FB7F}" type="presParOf" srcId="{29151A33-10CF-4F4E-B3B7-A49B059CFDB4}" destId="{C3D924D1-6AA9-498B-875D-598B90596F2E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D90DA9-6E45-4F83-BA50-8AD2F0373053}">
      <dsp:nvSpPr>
        <dsp:cNvPr id="0" name=""/>
        <dsp:cNvSpPr/>
      </dsp:nvSpPr>
      <dsp:spPr>
        <a:xfrm>
          <a:off x="3364992" y="1912"/>
          <a:ext cx="3785616" cy="8360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700" kern="1200"/>
            <a:t>Dátum</a:t>
          </a:r>
          <a:endParaRPr lang="en-US" sz="2700" kern="1200"/>
        </a:p>
      </dsp:txBody>
      <dsp:txXfrm>
        <a:off x="3405805" y="42725"/>
        <a:ext cx="3703990" cy="754434"/>
      </dsp:txXfrm>
    </dsp:sp>
    <dsp:sp modelId="{13DE3D3D-3DEF-45F0-9127-4F74A0A95665}">
      <dsp:nvSpPr>
        <dsp:cNvPr id="0" name=""/>
        <dsp:cNvSpPr/>
      </dsp:nvSpPr>
      <dsp:spPr>
        <a:xfrm>
          <a:off x="3364992" y="879775"/>
          <a:ext cx="3785616" cy="836060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700" kern="1200"/>
            <a:t>Összeg</a:t>
          </a:r>
          <a:endParaRPr lang="en-US" sz="2700" kern="1200"/>
        </a:p>
      </dsp:txBody>
      <dsp:txXfrm>
        <a:off x="3405805" y="920588"/>
        <a:ext cx="3703990" cy="754434"/>
      </dsp:txXfrm>
    </dsp:sp>
    <dsp:sp modelId="{7C1219E6-6FDD-4541-9C59-6CE25D8CB82B}">
      <dsp:nvSpPr>
        <dsp:cNvPr id="0" name=""/>
        <dsp:cNvSpPr/>
      </dsp:nvSpPr>
      <dsp:spPr>
        <a:xfrm>
          <a:off x="3364992" y="1757638"/>
          <a:ext cx="3785616" cy="83606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700" kern="1200"/>
            <a:t>Kategória</a:t>
          </a:r>
          <a:endParaRPr lang="en-US" sz="2700" kern="1200"/>
        </a:p>
      </dsp:txBody>
      <dsp:txXfrm>
        <a:off x="3405805" y="1798451"/>
        <a:ext cx="3703990" cy="754434"/>
      </dsp:txXfrm>
    </dsp:sp>
    <dsp:sp modelId="{E502C2D4-B08A-4C63-844F-9409714544C2}">
      <dsp:nvSpPr>
        <dsp:cNvPr id="0" name=""/>
        <dsp:cNvSpPr/>
      </dsp:nvSpPr>
      <dsp:spPr>
        <a:xfrm>
          <a:off x="3364992" y="2635502"/>
          <a:ext cx="3785616" cy="836060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700" kern="1200"/>
            <a:t>Megjegyzés</a:t>
          </a:r>
          <a:endParaRPr lang="en-US" sz="2700" kern="1200"/>
        </a:p>
      </dsp:txBody>
      <dsp:txXfrm>
        <a:off x="3405805" y="2676315"/>
        <a:ext cx="3703990" cy="754434"/>
      </dsp:txXfrm>
    </dsp:sp>
    <dsp:sp modelId="{3DE5FC07-3DF1-4811-85A1-005BA7E0ED3C}">
      <dsp:nvSpPr>
        <dsp:cNvPr id="0" name=""/>
        <dsp:cNvSpPr/>
      </dsp:nvSpPr>
      <dsp:spPr>
        <a:xfrm>
          <a:off x="3364992" y="3513365"/>
          <a:ext cx="3785616" cy="83606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700" kern="1200"/>
            <a:t>Típus(kiadás/bevétel) </a:t>
          </a:r>
          <a:endParaRPr lang="en-US" sz="2700" kern="1200"/>
        </a:p>
      </dsp:txBody>
      <dsp:txXfrm>
        <a:off x="3405805" y="3554178"/>
        <a:ext cx="3703990" cy="7544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892A03-53FF-4462-A03B-7F6FD843874B}">
      <dsp:nvSpPr>
        <dsp:cNvPr id="0" name=""/>
        <dsp:cNvSpPr/>
      </dsp:nvSpPr>
      <dsp:spPr>
        <a:xfrm>
          <a:off x="0" y="93698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200" kern="1200"/>
            <a:t>Új tétel felvétele</a:t>
          </a:r>
          <a:endParaRPr lang="en-US" sz="2200" kern="1200"/>
        </a:p>
      </dsp:txBody>
      <dsp:txXfrm>
        <a:off x="26387" y="120085"/>
        <a:ext cx="10462826" cy="487766"/>
      </dsp:txXfrm>
    </dsp:sp>
    <dsp:sp modelId="{7AC2BB82-3041-42E4-8739-1A610CE00FA7}">
      <dsp:nvSpPr>
        <dsp:cNvPr id="0" name=""/>
        <dsp:cNvSpPr/>
      </dsp:nvSpPr>
      <dsp:spPr>
        <a:xfrm>
          <a:off x="0" y="697598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200" kern="1200"/>
            <a:t>Tételek listája + szűrés</a:t>
          </a:r>
          <a:endParaRPr lang="en-US" sz="2200" kern="1200"/>
        </a:p>
      </dsp:txBody>
      <dsp:txXfrm>
        <a:off x="26387" y="723985"/>
        <a:ext cx="10462826" cy="487766"/>
      </dsp:txXfrm>
    </dsp:sp>
    <dsp:sp modelId="{E84F86E3-5195-48CF-AFC7-302CAE887CB5}">
      <dsp:nvSpPr>
        <dsp:cNvPr id="0" name=""/>
        <dsp:cNvSpPr/>
      </dsp:nvSpPr>
      <dsp:spPr>
        <a:xfrm>
          <a:off x="0" y="1301499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200" kern="1200"/>
            <a:t>Módosítás/ törlés </a:t>
          </a:r>
          <a:endParaRPr lang="en-US" sz="2200" kern="1200"/>
        </a:p>
      </dsp:txBody>
      <dsp:txXfrm>
        <a:off x="26387" y="1327886"/>
        <a:ext cx="10462826" cy="487766"/>
      </dsp:txXfrm>
    </dsp:sp>
    <dsp:sp modelId="{92FC274C-0922-4ED9-8A1F-39BE5C5E806A}">
      <dsp:nvSpPr>
        <dsp:cNvPr id="0" name=""/>
        <dsp:cNvSpPr/>
      </dsp:nvSpPr>
      <dsp:spPr>
        <a:xfrm>
          <a:off x="0" y="1905399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200" kern="1200"/>
            <a:t>Statisztika + grafikonok</a:t>
          </a:r>
          <a:endParaRPr lang="en-US" sz="2200" kern="1200"/>
        </a:p>
      </dsp:txBody>
      <dsp:txXfrm>
        <a:off x="26387" y="1931786"/>
        <a:ext cx="10462826" cy="487766"/>
      </dsp:txXfrm>
    </dsp:sp>
    <dsp:sp modelId="{6E49A430-A161-4643-97C5-C6341BBE6383}">
      <dsp:nvSpPr>
        <dsp:cNvPr id="0" name=""/>
        <dsp:cNvSpPr/>
      </dsp:nvSpPr>
      <dsp:spPr>
        <a:xfrm>
          <a:off x="0" y="2509299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200" kern="1200"/>
            <a:t>Havi keret figyelése</a:t>
          </a:r>
          <a:endParaRPr lang="en-US" sz="2200" kern="1200"/>
        </a:p>
      </dsp:txBody>
      <dsp:txXfrm>
        <a:off x="26387" y="2535686"/>
        <a:ext cx="10462826" cy="487766"/>
      </dsp:txXfrm>
    </dsp:sp>
    <dsp:sp modelId="{667564EA-EB59-4603-9CAD-96EE1808E5C0}">
      <dsp:nvSpPr>
        <dsp:cNvPr id="0" name=""/>
        <dsp:cNvSpPr/>
      </dsp:nvSpPr>
      <dsp:spPr>
        <a:xfrm>
          <a:off x="0" y="3113199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200" kern="1200"/>
            <a:t>Kezdőlap dashboard</a:t>
          </a:r>
          <a:endParaRPr lang="en-US" sz="2200" kern="1200"/>
        </a:p>
      </dsp:txBody>
      <dsp:txXfrm>
        <a:off x="26387" y="3139586"/>
        <a:ext cx="10462826" cy="487766"/>
      </dsp:txXfrm>
    </dsp:sp>
    <dsp:sp modelId="{C3D924D1-6AA9-498B-875D-598B90596F2E}">
      <dsp:nvSpPr>
        <dsp:cNvPr id="0" name=""/>
        <dsp:cNvSpPr/>
      </dsp:nvSpPr>
      <dsp:spPr>
        <a:xfrm>
          <a:off x="0" y="3717099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200" kern="1200"/>
            <a:t>CSV export (Excel-barát)</a:t>
          </a:r>
          <a:endParaRPr lang="en-US" sz="2200" kern="1200"/>
        </a:p>
      </dsp:txBody>
      <dsp:txXfrm>
        <a:off x="26387" y="3743486"/>
        <a:ext cx="10462826" cy="4877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7D4AFFF-E95C-AFCB-CF7B-80A317655D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FEF8994-8157-B985-2E25-661402308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C86B6CC-0887-ADD9-EFE8-532FD3B39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ED00B-1125-4DFB-826C-A9216530F029}" type="datetimeFigureOut">
              <a:rPr lang="hu-HU" smtClean="0"/>
              <a:t>2025. 12. 08.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1BCFF57-6C94-37E3-9654-1B5D648D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B93F9E7-E5B4-9618-237C-EC27B7DD3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FCC3E-0104-4ED4-9666-A9C0292920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9184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A442F22-11D3-F885-A3DE-06F6F9250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C553DC7-5A4A-122B-86DD-50C0581B7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070F106-4950-103A-2D13-EA46547D3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ED00B-1125-4DFB-826C-A9216530F029}" type="datetimeFigureOut">
              <a:rPr lang="hu-HU" smtClean="0"/>
              <a:t>2025. 12. 08.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CB486FC-C057-ABCD-17F6-A455A5051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455A8D7-CD81-6FBB-FB50-19F3F4947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FCC3E-0104-4ED4-9666-A9C0292920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39380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385D12E-15BA-8EC9-FED4-02A62DB8C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15D381C-49FD-478D-20C1-1340AAC38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143E8E3-C619-A2D4-FA53-9EF74E1F2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ED00B-1125-4DFB-826C-A9216530F029}" type="datetimeFigureOut">
              <a:rPr lang="hu-HU" smtClean="0"/>
              <a:t>2025. 12. 08.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1475D7C-0EAA-63F5-82A2-F2DFE807D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634BEE7-751B-3B18-61C5-0E908B8A0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FCC3E-0104-4ED4-9666-A9C0292920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54537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777DD3F-CA14-CBC7-0F66-A6DD0B0AD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9B4201B-A900-349D-3973-F38211D322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EEE286E-0064-7C74-0003-0379F45A5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1E2F7A3-6E07-8991-78FA-921A3409A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ED00B-1125-4DFB-826C-A9216530F029}" type="datetimeFigureOut">
              <a:rPr lang="hu-HU" smtClean="0"/>
              <a:t>2025. 12. 08.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76BA9BA-EFF8-A756-B6C2-D957C7C36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D7D42B6B-9AB1-36C6-6F3F-B478995A6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FCC3E-0104-4ED4-9666-A9C0292920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23287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1D0E13B-FFF9-CC82-154C-6D053BFCC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40646C9-771B-0D2E-B9F5-9E988B5A0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62FE196-92AE-EB71-FD31-0AB376BD2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5A017603-39AE-FBC5-D695-5CC01DAE9A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4884BE81-896E-5619-20AA-8C94CF5632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A9EACE6D-19BB-6514-1357-99B50F959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ED00B-1125-4DFB-826C-A9216530F029}" type="datetimeFigureOut">
              <a:rPr lang="hu-HU" smtClean="0"/>
              <a:t>2025. 12. 08.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3A9D3078-9AF7-048C-F18D-0D8811A20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7B071219-B42F-1A2E-DEC7-E03485ABF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FCC3E-0104-4ED4-9666-A9C0292920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35746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9110B7C-6429-1135-644E-91EE717C1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AE436B4D-1628-3719-B7FC-88E611726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ED00B-1125-4DFB-826C-A9216530F029}" type="datetimeFigureOut">
              <a:rPr lang="hu-HU" smtClean="0"/>
              <a:t>2025. 12. 08.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C91A8243-EC67-528E-DE93-D399A157E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88D1963E-11DE-D38F-3618-0098ECB9E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FCC3E-0104-4ED4-9666-A9C0292920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37188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9FE6AC12-0919-0B58-59D2-6E509FD43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ED00B-1125-4DFB-826C-A9216530F029}" type="datetimeFigureOut">
              <a:rPr lang="hu-HU" smtClean="0"/>
              <a:t>2025. 12. 08.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0BD3D50C-F126-FF5F-7A1C-8DED7EF94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8E5260B-B969-3638-4505-98A1A8401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FCC3E-0104-4ED4-9666-A9C0292920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56408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93810FE-DBD7-F4D6-0A5F-E48E19B20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472FDD5-5843-3721-8E97-C96E18B97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04EDC64-6289-FC19-C5B1-4485325553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250F3BF-6760-DF8C-023D-D70CA2CD2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ED00B-1125-4DFB-826C-A9216530F029}" type="datetimeFigureOut">
              <a:rPr lang="hu-HU" smtClean="0"/>
              <a:t>2025. 12. 08.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4977063-6736-BBAE-293D-EB4F0EFBE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F852F28-57C3-CB5E-DBEB-C347366A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FCC3E-0104-4ED4-9666-A9C0292920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87823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C2CD7DE-DE4B-31A1-3F99-E6469C23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89524B3E-7498-808B-18A3-F16D62D673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01B9A02C-91E9-B549-00FD-0C683E939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B59E431-3F74-DF28-19D7-D012F40BF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ED00B-1125-4DFB-826C-A9216530F029}" type="datetimeFigureOut">
              <a:rPr lang="hu-HU" smtClean="0"/>
              <a:t>2025. 12. 08.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641F2D5-71FE-C84B-7687-8AB418BA0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8BBC61C-9CDE-4B24-C708-A34221AAE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FCC3E-0104-4ED4-9666-A9C0292920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50402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4EEF3DF-702D-9B4F-9BFA-FE91AA931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C1254B3D-B1B3-930D-4FB8-97871DCBD3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7EBF983-F923-3825-2484-5B6162683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ED00B-1125-4DFB-826C-A9216530F029}" type="datetimeFigureOut">
              <a:rPr lang="hu-HU" smtClean="0"/>
              <a:t>2025. 12. 08.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1F8A383-642F-A8A7-2444-4CCBD497A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46B4BA0-5383-16D0-F157-0881CB880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FCC3E-0104-4ED4-9666-A9C0292920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16485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A6726448-7A15-B12F-3747-6297AAC562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FA477C14-FD70-E085-0134-CF58BD25B1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CC91847-5C2E-40B3-B03A-80E93F5B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ED00B-1125-4DFB-826C-A9216530F029}" type="datetimeFigureOut">
              <a:rPr lang="hu-HU" smtClean="0"/>
              <a:t>2025. 12. 08.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F6C3568-655C-1A88-DD71-1B7630E47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46FC1A6-5438-9E13-8985-C612F2FBF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FCC3E-0104-4ED4-9666-A9C0292920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53938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C0B6FB32-E249-9E5E-2DB8-ED8D9F852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3D95F37-F7C9-2062-2FA5-925C4D52B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BF4BA6C-01FE-370C-8106-2784A546E8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3ED00B-1125-4DFB-826C-A9216530F029}" type="datetimeFigureOut">
              <a:rPr lang="hu-HU" smtClean="0"/>
              <a:t>2025. 12. 08.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16FC2A7-E247-74FA-3DC1-D6A18BF27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C907604-39E4-C200-A5DD-3A8D5AD14C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BFCC3E-0104-4ED4-9666-A9C0292920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45138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20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4271A69E-A869-E42B-A5FB-3BEE27865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Költségvető és statisztika alkalmazás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A3A76B8-801E-59A1-1CEC-6B1FB3EB8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(Python + Streamlit)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Barna Lorán László vjlsl0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Haladó programozás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625379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6F92B0BF-3184-7100-72D5-F26ACB55F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hu-HU" sz="3600">
                <a:solidFill>
                  <a:schemeClr val="tx2"/>
                </a:solidFill>
              </a:rPr>
              <a:t>Az alkalmazás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56DA25B-08A3-263D-5658-3B6D71705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hu-HU" sz="1800">
                <a:solidFill>
                  <a:schemeClr val="tx2"/>
                </a:solidFill>
              </a:rPr>
              <a:t>Miért készült? </a:t>
            </a:r>
          </a:p>
          <a:p>
            <a:r>
              <a:rPr lang="hu-HU" sz="1800">
                <a:solidFill>
                  <a:schemeClr val="tx2"/>
                </a:solidFill>
              </a:rPr>
              <a:t>Személyes pénzügyek átláthatósága</a:t>
            </a:r>
          </a:p>
          <a:p>
            <a:r>
              <a:rPr lang="hu-HU" sz="1800">
                <a:solidFill>
                  <a:schemeClr val="tx2"/>
                </a:solidFill>
              </a:rPr>
              <a:t>Kiadások és bevételek rendszerezése papíron/ fejben nem hatékonyak </a:t>
            </a:r>
          </a:p>
          <a:p>
            <a:pPr marL="0" indent="0">
              <a:buNone/>
            </a:pPr>
            <a:r>
              <a:rPr lang="hu-HU" sz="1800">
                <a:solidFill>
                  <a:schemeClr val="tx2"/>
                </a:solidFill>
              </a:rPr>
              <a:t>Cél: </a:t>
            </a:r>
          </a:p>
          <a:p>
            <a:pPr marL="0" indent="0">
              <a:buNone/>
            </a:pPr>
            <a:r>
              <a:rPr lang="hu-HU" sz="1800">
                <a:solidFill>
                  <a:schemeClr val="tx2"/>
                </a:solidFill>
              </a:rPr>
              <a:t>Egy könnyen használható alkalmazás, ami segít követni és elemezni a pénzmozgást. </a:t>
            </a:r>
          </a:p>
        </p:txBody>
      </p:sp>
    </p:spTree>
    <p:extLst>
      <p:ext uri="{BB962C8B-B14F-4D97-AF65-F5344CB8AC3E}">
        <p14:creationId xmlns:p14="http://schemas.microsoft.com/office/powerpoint/2010/main" val="3980497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9C5E17-24D0-4696-A3C5-A2261FB45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29B58F-2358-44CC-ACE5-EF1BD3C6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4B7997D-C465-43A9-DF06-37AA663C7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243013"/>
            <a:ext cx="3855720" cy="4371974"/>
          </a:xfrm>
        </p:spPr>
        <p:txBody>
          <a:bodyPr>
            <a:normAutofit/>
          </a:bodyPr>
          <a:lstStyle/>
          <a:p>
            <a:r>
              <a:rPr lang="hu-HU" sz="3600">
                <a:solidFill>
                  <a:schemeClr val="tx2"/>
                </a:solidFill>
              </a:rPr>
              <a:t>Választott technológia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9DA5303-A1AF-4830-806C-51FCD9618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97348" y="5285"/>
            <a:ext cx="7294653" cy="6858000"/>
            <a:chOff x="4897348" y="-5799"/>
            <a:chExt cx="7294653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FAAA8C8-4EB7-45F1-BF24-3EF0F4DC4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97348" y="-5798"/>
              <a:ext cx="7294652" cy="6857999"/>
            </a:xfrm>
            <a:custGeom>
              <a:avLst/>
              <a:gdLst>
                <a:gd name="connsiteX0" fmla="*/ 7294652 w 7294652"/>
                <a:gd name="connsiteY0" fmla="*/ 6063030 h 6857999"/>
                <a:gd name="connsiteX1" fmla="*/ 7294652 w 7294652"/>
                <a:gd name="connsiteY1" fmla="*/ 6857999 h 6857999"/>
                <a:gd name="connsiteX2" fmla="*/ 6248575 w 7294652"/>
                <a:gd name="connsiteY2" fmla="*/ 6857999 h 6857999"/>
                <a:gd name="connsiteX3" fmla="*/ 6477898 w 7294652"/>
                <a:gd name="connsiteY3" fmla="*/ 6700973 h 6857999"/>
                <a:gd name="connsiteX4" fmla="*/ 6647884 w 7294652"/>
                <a:gd name="connsiteY4" fmla="*/ 6572752 h 6857999"/>
                <a:gd name="connsiteX5" fmla="*/ 6817698 w 7294652"/>
                <a:gd name="connsiteY5" fmla="*/ 6440235 h 6857999"/>
                <a:gd name="connsiteX6" fmla="*/ 7161451 w 7294652"/>
                <a:gd name="connsiteY6" fmla="*/ 6165232 h 6857999"/>
                <a:gd name="connsiteX7" fmla="*/ 1673436 w 7294652"/>
                <a:gd name="connsiteY7" fmla="*/ 0 h 6857999"/>
                <a:gd name="connsiteX8" fmla="*/ 2394951 w 7294652"/>
                <a:gd name="connsiteY8" fmla="*/ 0 h 6857999"/>
                <a:gd name="connsiteX9" fmla="*/ 2244659 w 7294652"/>
                <a:gd name="connsiteY9" fmla="*/ 100763 h 6857999"/>
                <a:gd name="connsiteX10" fmla="*/ 1743903 w 7294652"/>
                <a:gd name="connsiteY10" fmla="*/ 498975 h 6857999"/>
                <a:gd name="connsiteX11" fmla="*/ 1163821 w 7294652"/>
                <a:gd name="connsiteY11" fmla="*/ 1121514 h 6857999"/>
                <a:gd name="connsiteX12" fmla="*/ 704911 w 7294652"/>
                <a:gd name="connsiteY12" fmla="*/ 1837036 h 6857999"/>
                <a:gd name="connsiteX13" fmla="*/ 393472 w 7294652"/>
                <a:gd name="connsiteY13" fmla="*/ 2627669 h 6857999"/>
                <a:gd name="connsiteX14" fmla="*/ 280032 w 7294652"/>
                <a:gd name="connsiteY14" fmla="*/ 3472097 h 6857999"/>
                <a:gd name="connsiteX15" fmla="*/ 327813 w 7294652"/>
                <a:gd name="connsiteY15" fmla="*/ 3884602 h 6857999"/>
                <a:gd name="connsiteX16" fmla="*/ 469096 w 7294652"/>
                <a:gd name="connsiteY16" fmla="*/ 4270809 h 6857999"/>
                <a:gd name="connsiteX17" fmla="*/ 567581 w 7294652"/>
                <a:gd name="connsiteY17" fmla="*/ 4452482 h 6857999"/>
                <a:gd name="connsiteX18" fmla="*/ 680677 w 7294652"/>
                <a:gd name="connsiteY18" fmla="*/ 4628484 h 6857999"/>
                <a:gd name="connsiteX19" fmla="*/ 941928 w 7294652"/>
                <a:gd name="connsiteY19" fmla="*/ 4968628 h 6857999"/>
                <a:gd name="connsiteX20" fmla="*/ 1224665 w 7294652"/>
                <a:gd name="connsiteY20" fmla="*/ 5311349 h 6857999"/>
                <a:gd name="connsiteX21" fmla="*/ 1365259 w 7294652"/>
                <a:gd name="connsiteY21" fmla="*/ 5490273 h 6857999"/>
                <a:gd name="connsiteX22" fmla="*/ 1432808 w 7294652"/>
                <a:gd name="connsiteY22" fmla="*/ 5577931 h 6857999"/>
                <a:gd name="connsiteX23" fmla="*/ 1498980 w 7294652"/>
                <a:gd name="connsiteY23" fmla="*/ 5662148 h 6857999"/>
                <a:gd name="connsiteX24" fmla="*/ 2067548 w 7294652"/>
                <a:gd name="connsiteY24" fmla="*/ 6283312 h 6857999"/>
                <a:gd name="connsiteX25" fmla="*/ 2369879 w 7294652"/>
                <a:gd name="connsiteY25" fmla="*/ 6562782 h 6857999"/>
                <a:gd name="connsiteX26" fmla="*/ 2686645 w 7294652"/>
                <a:gd name="connsiteY26" fmla="*/ 6820598 h 6857999"/>
                <a:gd name="connsiteX27" fmla="*/ 2738907 w 7294652"/>
                <a:gd name="connsiteY27" fmla="*/ 6857999 h 6857999"/>
                <a:gd name="connsiteX28" fmla="*/ 1731787 w 7294652"/>
                <a:gd name="connsiteY28" fmla="*/ 6857999 h 6857999"/>
                <a:gd name="connsiteX29" fmla="*/ 1607949 w 7294652"/>
                <a:gd name="connsiteY29" fmla="*/ 6732770 h 6857999"/>
                <a:gd name="connsiteX30" fmla="*/ 1309057 w 7294652"/>
                <a:gd name="connsiteY30" fmla="*/ 6370109 h 6857999"/>
                <a:gd name="connsiteX31" fmla="*/ 1048147 w 7294652"/>
                <a:gd name="connsiteY31" fmla="*/ 5986138 h 6857999"/>
                <a:gd name="connsiteX32" fmla="*/ 987131 w 7294652"/>
                <a:gd name="connsiteY32" fmla="*/ 5888512 h 6857999"/>
                <a:gd name="connsiteX33" fmla="*/ 928866 w 7294652"/>
                <a:gd name="connsiteY33" fmla="*/ 5793463 h 6857999"/>
                <a:gd name="connsiteX34" fmla="*/ 813708 w 7294652"/>
                <a:gd name="connsiteY34" fmla="*/ 5609556 h 6857999"/>
                <a:gd name="connsiteX35" fmla="*/ 574972 w 7294652"/>
                <a:gd name="connsiteY35" fmla="*/ 5231598 h 6857999"/>
                <a:gd name="connsiteX36" fmla="*/ 342424 w 7294652"/>
                <a:gd name="connsiteY36" fmla="*/ 4834048 h 6857999"/>
                <a:gd name="connsiteX37" fmla="*/ 237579 w 7294652"/>
                <a:gd name="connsiteY37" fmla="*/ 4623500 h 6857999"/>
                <a:gd name="connsiteX38" fmla="*/ 148373 w 7294652"/>
                <a:gd name="connsiteY38" fmla="*/ 4404356 h 6857999"/>
                <a:gd name="connsiteX39" fmla="*/ 79623 w 7294652"/>
                <a:gd name="connsiteY39" fmla="*/ 4175762 h 6857999"/>
                <a:gd name="connsiteX40" fmla="*/ 54185 w 7294652"/>
                <a:gd name="connsiteY40" fmla="*/ 4059229 h 6857999"/>
                <a:gd name="connsiteX41" fmla="*/ 43013 w 7294652"/>
                <a:gd name="connsiteY41" fmla="*/ 4000790 h 6857999"/>
                <a:gd name="connsiteX42" fmla="*/ 33734 w 7294652"/>
                <a:gd name="connsiteY42" fmla="*/ 3942180 h 6857999"/>
                <a:gd name="connsiteX43" fmla="*/ 45 w 7294652"/>
                <a:gd name="connsiteY43" fmla="*/ 3472097 h 6857999"/>
                <a:gd name="connsiteX44" fmla="*/ 95436 w 7294652"/>
                <a:gd name="connsiteY44" fmla="*/ 2557372 h 6857999"/>
                <a:gd name="connsiteX45" fmla="*/ 382126 w 7294652"/>
                <a:gd name="connsiteY45" fmla="*/ 1680799 h 6857999"/>
                <a:gd name="connsiteX46" fmla="*/ 1457043 w 7294652"/>
                <a:gd name="connsiteY46" fmla="*/ 192176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294652" h="6857999">
                  <a:moveTo>
                    <a:pt x="7294652" y="6063030"/>
                  </a:moveTo>
                  <a:lnTo>
                    <a:pt x="7294652" y="6857999"/>
                  </a:lnTo>
                  <a:lnTo>
                    <a:pt x="6248575" y="6857999"/>
                  </a:lnTo>
                  <a:lnTo>
                    <a:pt x="6477898" y="6700973"/>
                  </a:lnTo>
                  <a:cubicBezTo>
                    <a:pt x="6534790" y="6659378"/>
                    <a:pt x="6591336" y="6616237"/>
                    <a:pt x="6647884" y="6572752"/>
                  </a:cubicBezTo>
                  <a:cubicBezTo>
                    <a:pt x="6704432" y="6529268"/>
                    <a:pt x="6761151" y="6485095"/>
                    <a:pt x="6817698" y="6440235"/>
                  </a:cubicBezTo>
                  <a:lnTo>
                    <a:pt x="7161451" y="6165232"/>
                  </a:lnTo>
                  <a:close/>
                  <a:moveTo>
                    <a:pt x="1673436" y="0"/>
                  </a:moveTo>
                  <a:lnTo>
                    <a:pt x="2394951" y="0"/>
                  </a:lnTo>
                  <a:lnTo>
                    <a:pt x="2244659" y="100763"/>
                  </a:lnTo>
                  <a:cubicBezTo>
                    <a:pt x="2071051" y="224086"/>
                    <a:pt x="1903860" y="356975"/>
                    <a:pt x="1743903" y="498975"/>
                  </a:cubicBezTo>
                  <a:cubicBezTo>
                    <a:pt x="1533218" y="689638"/>
                    <a:pt x="1339146" y="897902"/>
                    <a:pt x="1163821" y="1121514"/>
                  </a:cubicBezTo>
                  <a:cubicBezTo>
                    <a:pt x="988284" y="1344764"/>
                    <a:pt x="834608" y="1584376"/>
                    <a:pt x="704911" y="1837036"/>
                  </a:cubicBezTo>
                  <a:cubicBezTo>
                    <a:pt x="573950" y="2089059"/>
                    <a:pt x="469577" y="2354041"/>
                    <a:pt x="393472" y="2627669"/>
                  </a:cubicBezTo>
                  <a:cubicBezTo>
                    <a:pt x="318269" y="2902842"/>
                    <a:pt x="280119" y="3186833"/>
                    <a:pt x="280032" y="3472097"/>
                  </a:cubicBezTo>
                  <a:cubicBezTo>
                    <a:pt x="280349" y="3610956"/>
                    <a:pt x="296380" y="3749334"/>
                    <a:pt x="327813" y="3884602"/>
                  </a:cubicBezTo>
                  <a:cubicBezTo>
                    <a:pt x="360878" y="4018046"/>
                    <a:pt x="408244" y="4147540"/>
                    <a:pt x="469096" y="4270809"/>
                  </a:cubicBezTo>
                  <a:cubicBezTo>
                    <a:pt x="499175" y="4332511"/>
                    <a:pt x="532347" y="4393012"/>
                    <a:pt x="567581" y="4452482"/>
                  </a:cubicBezTo>
                  <a:cubicBezTo>
                    <a:pt x="602815" y="4511953"/>
                    <a:pt x="641144" y="4570562"/>
                    <a:pt x="680677" y="4628484"/>
                  </a:cubicBezTo>
                  <a:cubicBezTo>
                    <a:pt x="760771" y="4743985"/>
                    <a:pt x="849802" y="4856048"/>
                    <a:pt x="941928" y="4968628"/>
                  </a:cubicBezTo>
                  <a:cubicBezTo>
                    <a:pt x="1034055" y="5081206"/>
                    <a:pt x="1130994" y="5193958"/>
                    <a:pt x="1224665" y="5311349"/>
                  </a:cubicBezTo>
                  <a:cubicBezTo>
                    <a:pt x="1271987" y="5369787"/>
                    <a:pt x="1318853" y="5429429"/>
                    <a:pt x="1365259" y="5490273"/>
                  </a:cubicBezTo>
                  <a:lnTo>
                    <a:pt x="1432808" y="5577931"/>
                  </a:lnTo>
                  <a:cubicBezTo>
                    <a:pt x="1454979" y="5605947"/>
                    <a:pt x="1476121" y="5634821"/>
                    <a:pt x="1498980" y="5662148"/>
                  </a:cubicBezTo>
                  <a:cubicBezTo>
                    <a:pt x="1676323" y="5880038"/>
                    <a:pt x="1866158" y="6087441"/>
                    <a:pt x="2067548" y="6283312"/>
                  </a:cubicBezTo>
                  <a:cubicBezTo>
                    <a:pt x="2166203" y="6379907"/>
                    <a:pt x="2266974" y="6473064"/>
                    <a:pt x="2369879" y="6562782"/>
                  </a:cubicBezTo>
                  <a:cubicBezTo>
                    <a:pt x="2473005" y="6652331"/>
                    <a:pt x="2577677" y="6738957"/>
                    <a:pt x="2686645" y="6820598"/>
                  </a:cubicBezTo>
                  <a:lnTo>
                    <a:pt x="2738907" y="6857999"/>
                  </a:lnTo>
                  <a:lnTo>
                    <a:pt x="1731787" y="6857999"/>
                  </a:lnTo>
                  <a:lnTo>
                    <a:pt x="1607949" y="6732770"/>
                  </a:lnTo>
                  <a:cubicBezTo>
                    <a:pt x="1501232" y="6617903"/>
                    <a:pt x="1401421" y="6496799"/>
                    <a:pt x="1309057" y="6370109"/>
                  </a:cubicBezTo>
                  <a:cubicBezTo>
                    <a:pt x="1217103" y="6244469"/>
                    <a:pt x="1129618" y="6116590"/>
                    <a:pt x="1048147" y="5986138"/>
                  </a:cubicBezTo>
                  <a:cubicBezTo>
                    <a:pt x="1027179" y="5953825"/>
                    <a:pt x="1007414" y="5920996"/>
                    <a:pt x="987131" y="5888512"/>
                  </a:cubicBezTo>
                  <a:lnTo>
                    <a:pt x="928866" y="5793463"/>
                  </a:lnTo>
                  <a:cubicBezTo>
                    <a:pt x="891568" y="5732276"/>
                    <a:pt x="852725" y="5671260"/>
                    <a:pt x="813708" y="5609556"/>
                  </a:cubicBezTo>
                  <a:lnTo>
                    <a:pt x="574972" y="5231598"/>
                  </a:lnTo>
                  <a:cubicBezTo>
                    <a:pt x="495221" y="5103551"/>
                    <a:pt x="416158" y="4971549"/>
                    <a:pt x="342424" y="4834048"/>
                  </a:cubicBezTo>
                  <a:cubicBezTo>
                    <a:pt x="305641" y="4765298"/>
                    <a:pt x="270236" y="4695343"/>
                    <a:pt x="237579" y="4623500"/>
                  </a:cubicBezTo>
                  <a:cubicBezTo>
                    <a:pt x="204922" y="4551655"/>
                    <a:pt x="175187" y="4478607"/>
                    <a:pt x="148373" y="4404356"/>
                  </a:cubicBezTo>
                  <a:cubicBezTo>
                    <a:pt x="121561" y="4330107"/>
                    <a:pt x="99046" y="4252934"/>
                    <a:pt x="79623" y="4175762"/>
                  </a:cubicBezTo>
                  <a:cubicBezTo>
                    <a:pt x="70514" y="4136916"/>
                    <a:pt x="61577" y="4098245"/>
                    <a:pt x="54185" y="4059229"/>
                  </a:cubicBezTo>
                  <a:lnTo>
                    <a:pt x="43013" y="4000790"/>
                  </a:lnTo>
                  <a:lnTo>
                    <a:pt x="33734" y="3942180"/>
                  </a:lnTo>
                  <a:cubicBezTo>
                    <a:pt x="10461" y="3786581"/>
                    <a:pt x="-801" y="3629416"/>
                    <a:pt x="45" y="3472097"/>
                  </a:cubicBezTo>
                  <a:cubicBezTo>
                    <a:pt x="863" y="3164748"/>
                    <a:pt x="32824" y="2858275"/>
                    <a:pt x="95436" y="2557372"/>
                  </a:cubicBezTo>
                  <a:cubicBezTo>
                    <a:pt x="157549" y="2255281"/>
                    <a:pt x="253728" y="1961216"/>
                    <a:pt x="382126" y="1680799"/>
                  </a:cubicBezTo>
                  <a:cubicBezTo>
                    <a:pt x="639940" y="1120482"/>
                    <a:pt x="1015492" y="619117"/>
                    <a:pt x="1457043" y="1921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77FC097-E4F2-4A45-82E8-3808FA553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0650" y="-5799"/>
              <a:ext cx="7291350" cy="6858000"/>
            </a:xfrm>
            <a:custGeom>
              <a:avLst/>
              <a:gdLst>
                <a:gd name="connsiteX0" fmla="*/ 7291350 w 7291350"/>
                <a:gd name="connsiteY0" fmla="*/ 5718699 h 6858000"/>
                <a:gd name="connsiteX1" fmla="*/ 7291350 w 7291350"/>
                <a:gd name="connsiteY1" fmla="*/ 6806115 h 6858000"/>
                <a:gd name="connsiteX2" fmla="*/ 7224124 w 7291350"/>
                <a:gd name="connsiteY2" fmla="*/ 6858000 h 6858000"/>
                <a:gd name="connsiteX3" fmla="*/ 5607142 w 7291350"/>
                <a:gd name="connsiteY3" fmla="*/ 6858000 h 6858000"/>
                <a:gd name="connsiteX4" fmla="*/ 5736072 w 7291350"/>
                <a:gd name="connsiteY4" fmla="*/ 6801170 h 6858000"/>
                <a:gd name="connsiteX5" fmla="*/ 6949826 w 7291350"/>
                <a:gd name="connsiteY5" fmla="*/ 5983707 h 6858000"/>
                <a:gd name="connsiteX6" fmla="*/ 7220703 w 7291350"/>
                <a:gd name="connsiteY6" fmla="*/ 5773675 h 6858000"/>
                <a:gd name="connsiteX7" fmla="*/ 7218419 w 7291350"/>
                <a:gd name="connsiteY7" fmla="*/ 0 h 6858000"/>
                <a:gd name="connsiteX8" fmla="*/ 7291350 w 7291350"/>
                <a:gd name="connsiteY8" fmla="*/ 0 h 6858000"/>
                <a:gd name="connsiteX9" fmla="*/ 7291350 w 7291350"/>
                <a:gd name="connsiteY9" fmla="*/ 50138 h 6858000"/>
                <a:gd name="connsiteX10" fmla="*/ 1797607 w 7291350"/>
                <a:gd name="connsiteY10" fmla="*/ 0 h 6858000"/>
                <a:gd name="connsiteX11" fmla="*/ 3385676 w 7291350"/>
                <a:gd name="connsiteY11" fmla="*/ 0 h 6858000"/>
                <a:gd name="connsiteX12" fmla="*/ 3360567 w 7291350"/>
                <a:gd name="connsiteY12" fmla="*/ 11552 h 6858000"/>
                <a:gd name="connsiteX13" fmla="*/ 2267395 w 7291350"/>
                <a:gd name="connsiteY13" fmla="*/ 725831 h 6858000"/>
                <a:gd name="connsiteX14" fmla="*/ 1234074 w 7291350"/>
                <a:gd name="connsiteY14" fmla="*/ 2007171 h 6858000"/>
                <a:gd name="connsiteX15" fmla="*/ 859383 w 7291350"/>
                <a:gd name="connsiteY15" fmla="*/ 3498372 h 6858000"/>
                <a:gd name="connsiteX16" fmla="*/ 1479513 w 7291350"/>
                <a:gd name="connsiteY16" fmla="*/ 4883182 h 6858000"/>
                <a:gd name="connsiteX17" fmla="*/ 1791985 w 7291350"/>
                <a:gd name="connsiteY17" fmla="*/ 5322671 h 6858000"/>
                <a:gd name="connsiteX18" fmla="*/ 3397295 w 7291350"/>
                <a:gd name="connsiteY18" fmla="*/ 6784567 h 6858000"/>
                <a:gd name="connsiteX19" fmla="*/ 3590446 w 7291350"/>
                <a:gd name="connsiteY19" fmla="*/ 6858000 h 6858000"/>
                <a:gd name="connsiteX20" fmla="*/ 1970757 w 7291350"/>
                <a:gd name="connsiteY20" fmla="*/ 6858000 h 6858000"/>
                <a:gd name="connsiteX21" fmla="*/ 1735872 w 7291350"/>
                <a:gd name="connsiteY21" fmla="*/ 6627685 h 6858000"/>
                <a:gd name="connsiteX22" fmla="*/ 1080932 w 7291350"/>
                <a:gd name="connsiteY22" fmla="*/ 5805127 h 6858000"/>
                <a:gd name="connsiteX23" fmla="*/ 0 w 7291350"/>
                <a:gd name="connsiteY23" fmla="*/ 3498372 h 6858000"/>
                <a:gd name="connsiteX24" fmla="*/ 1708174 w 7291350"/>
                <a:gd name="connsiteY24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1350" h="6858000">
                  <a:moveTo>
                    <a:pt x="7291350" y="5718699"/>
                  </a:moveTo>
                  <a:lnTo>
                    <a:pt x="7291350" y="6806115"/>
                  </a:lnTo>
                  <a:lnTo>
                    <a:pt x="7224124" y="6858000"/>
                  </a:lnTo>
                  <a:lnTo>
                    <a:pt x="5607142" y="6858000"/>
                  </a:lnTo>
                  <a:lnTo>
                    <a:pt x="5736072" y="6801170"/>
                  </a:lnTo>
                  <a:cubicBezTo>
                    <a:pt x="6122313" y="6616106"/>
                    <a:pt x="6503069" y="6332805"/>
                    <a:pt x="6949826" y="5983707"/>
                  </a:cubicBezTo>
                  <a:cubicBezTo>
                    <a:pt x="7041094" y="5912378"/>
                    <a:pt x="7132358" y="5842426"/>
                    <a:pt x="7220703" y="5773675"/>
                  </a:cubicBezTo>
                  <a:close/>
                  <a:moveTo>
                    <a:pt x="7218419" y="0"/>
                  </a:moveTo>
                  <a:lnTo>
                    <a:pt x="7291350" y="0"/>
                  </a:lnTo>
                  <a:lnTo>
                    <a:pt x="7291350" y="50138"/>
                  </a:lnTo>
                  <a:close/>
                  <a:moveTo>
                    <a:pt x="1797607" y="0"/>
                  </a:moveTo>
                  <a:lnTo>
                    <a:pt x="3385676" y="0"/>
                  </a:lnTo>
                  <a:lnTo>
                    <a:pt x="3360567" y="11552"/>
                  </a:lnTo>
                  <a:cubicBezTo>
                    <a:pt x="2968013" y="202286"/>
                    <a:pt x="2600620" y="442170"/>
                    <a:pt x="2267395" y="725831"/>
                  </a:cubicBezTo>
                  <a:cubicBezTo>
                    <a:pt x="1824986" y="1104820"/>
                    <a:pt x="1477279" y="1536057"/>
                    <a:pt x="1234074" y="2007171"/>
                  </a:cubicBezTo>
                  <a:cubicBezTo>
                    <a:pt x="985368" y="2488770"/>
                    <a:pt x="859383" y="2990476"/>
                    <a:pt x="859383" y="3498372"/>
                  </a:cubicBezTo>
                  <a:cubicBezTo>
                    <a:pt x="859383" y="4010222"/>
                    <a:pt x="1060651" y="4308942"/>
                    <a:pt x="1479513" y="4883182"/>
                  </a:cubicBezTo>
                  <a:cubicBezTo>
                    <a:pt x="1580577" y="5021714"/>
                    <a:pt x="1685078" y="5164888"/>
                    <a:pt x="1791985" y="5322671"/>
                  </a:cubicBezTo>
                  <a:cubicBezTo>
                    <a:pt x="2283419" y="6046950"/>
                    <a:pt x="2796809" y="6521439"/>
                    <a:pt x="3397295" y="6784567"/>
                  </a:cubicBezTo>
                  <a:lnTo>
                    <a:pt x="3590446" y="6858000"/>
                  </a:lnTo>
                  <a:lnTo>
                    <a:pt x="1970757" y="6858000"/>
                  </a:lnTo>
                  <a:lnTo>
                    <a:pt x="1735872" y="6627685"/>
                  </a:lnTo>
                  <a:cubicBezTo>
                    <a:pt x="1502484" y="6382823"/>
                    <a:pt x="1285774" y="6107254"/>
                    <a:pt x="1080932" y="5805127"/>
                  </a:cubicBezTo>
                  <a:cubicBezTo>
                    <a:pt x="556365" y="5032027"/>
                    <a:pt x="0" y="4501616"/>
                    <a:pt x="0" y="3498372"/>
                  </a:cubicBezTo>
                  <a:cubicBezTo>
                    <a:pt x="0" y="2160829"/>
                    <a:pt x="685186" y="949872"/>
                    <a:pt x="1708174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0DF88B0-FA8A-47F5-8EAC-1880B1A51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2894" y="-5799"/>
              <a:ext cx="7269107" cy="6858000"/>
            </a:xfrm>
            <a:custGeom>
              <a:avLst/>
              <a:gdLst>
                <a:gd name="connsiteX0" fmla="*/ 7269107 w 7269107"/>
                <a:gd name="connsiteY0" fmla="*/ 5518449 h 6858000"/>
                <a:gd name="connsiteX1" fmla="*/ 7269107 w 7269107"/>
                <a:gd name="connsiteY1" fmla="*/ 6823281 h 6858000"/>
                <a:gd name="connsiteX2" fmla="*/ 7224122 w 7269107"/>
                <a:gd name="connsiteY2" fmla="*/ 6858000 h 6858000"/>
                <a:gd name="connsiteX3" fmla="*/ 4927054 w 7269107"/>
                <a:gd name="connsiteY3" fmla="*/ 6858000 h 6858000"/>
                <a:gd name="connsiteX4" fmla="*/ 4982167 w 7269107"/>
                <a:gd name="connsiteY4" fmla="*/ 6852876 h 6858000"/>
                <a:gd name="connsiteX5" fmla="*/ 5743768 w 7269107"/>
                <a:gd name="connsiteY5" fmla="*/ 6606245 h 6858000"/>
                <a:gd name="connsiteX6" fmla="*/ 6843778 w 7269107"/>
                <a:gd name="connsiteY6" fmla="*/ 5848440 h 6858000"/>
                <a:gd name="connsiteX7" fmla="*/ 7115515 w 7269107"/>
                <a:gd name="connsiteY7" fmla="*/ 5637891 h 6858000"/>
                <a:gd name="connsiteX8" fmla="*/ 6870111 w 7269107"/>
                <a:gd name="connsiteY8" fmla="*/ 0 h 6858000"/>
                <a:gd name="connsiteX9" fmla="*/ 7269107 w 7269107"/>
                <a:gd name="connsiteY9" fmla="*/ 0 h 6858000"/>
                <a:gd name="connsiteX10" fmla="*/ 7269107 w 7269107"/>
                <a:gd name="connsiteY10" fmla="*/ 243137 h 6858000"/>
                <a:gd name="connsiteX11" fmla="*/ 7089989 w 7269107"/>
                <a:gd name="connsiteY11" fmla="*/ 119955 h 6858000"/>
                <a:gd name="connsiteX12" fmla="*/ 6952948 w 7269107"/>
                <a:gd name="connsiteY12" fmla="*/ 41521 h 6858000"/>
                <a:gd name="connsiteX13" fmla="*/ 1797606 w 7269107"/>
                <a:gd name="connsiteY13" fmla="*/ 0 h 6858000"/>
                <a:gd name="connsiteX14" fmla="*/ 3815328 w 7269107"/>
                <a:gd name="connsiteY14" fmla="*/ 0 h 6858000"/>
                <a:gd name="connsiteX15" fmla="*/ 3627371 w 7269107"/>
                <a:gd name="connsiteY15" fmla="*/ 77142 h 6858000"/>
                <a:gd name="connsiteX16" fmla="*/ 2379115 w 7269107"/>
                <a:gd name="connsiteY16" fmla="*/ 856285 h 6858000"/>
                <a:gd name="connsiteX17" fmla="*/ 1386699 w 7269107"/>
                <a:gd name="connsiteY17" fmla="*/ 2086062 h 6858000"/>
                <a:gd name="connsiteX18" fmla="*/ 1031258 w 7269107"/>
                <a:gd name="connsiteY18" fmla="*/ 3498372 h 6858000"/>
                <a:gd name="connsiteX19" fmla="*/ 1618904 w 7269107"/>
                <a:gd name="connsiteY19" fmla="*/ 4781604 h 6858000"/>
                <a:gd name="connsiteX20" fmla="*/ 1934812 w 7269107"/>
                <a:gd name="connsiteY20" fmla="*/ 5225904 h 6858000"/>
                <a:gd name="connsiteX21" fmla="*/ 3140010 w 7269107"/>
                <a:gd name="connsiteY21" fmla="*/ 6456196 h 6858000"/>
                <a:gd name="connsiteX22" fmla="*/ 4281662 w 7269107"/>
                <a:gd name="connsiteY22" fmla="*/ 6843305 h 6858000"/>
                <a:gd name="connsiteX23" fmla="*/ 4449058 w 7269107"/>
                <a:gd name="connsiteY23" fmla="*/ 6858000 h 6858000"/>
                <a:gd name="connsiteX24" fmla="*/ 1970756 w 7269107"/>
                <a:gd name="connsiteY24" fmla="*/ 6858000 h 6858000"/>
                <a:gd name="connsiteX25" fmla="*/ 1735871 w 7269107"/>
                <a:gd name="connsiteY25" fmla="*/ 6627685 h 6858000"/>
                <a:gd name="connsiteX26" fmla="*/ 1080930 w 7269107"/>
                <a:gd name="connsiteY26" fmla="*/ 5805127 h 6858000"/>
                <a:gd name="connsiteX27" fmla="*/ 0 w 7269107"/>
                <a:gd name="connsiteY27" fmla="*/ 3498372 h 6858000"/>
                <a:gd name="connsiteX28" fmla="*/ 1708172 w 7269107"/>
                <a:gd name="connsiteY28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9107" h="6858000">
                  <a:moveTo>
                    <a:pt x="7269107" y="5518449"/>
                  </a:moveTo>
                  <a:lnTo>
                    <a:pt x="7269107" y="6823281"/>
                  </a:lnTo>
                  <a:lnTo>
                    <a:pt x="7224122" y="6858000"/>
                  </a:lnTo>
                  <a:lnTo>
                    <a:pt x="4927054" y="6858000"/>
                  </a:lnTo>
                  <a:lnTo>
                    <a:pt x="4982167" y="6852876"/>
                  </a:lnTo>
                  <a:cubicBezTo>
                    <a:pt x="5236517" y="6821036"/>
                    <a:pt x="5483373" y="6740566"/>
                    <a:pt x="5743768" y="6606245"/>
                  </a:cubicBezTo>
                  <a:cubicBezTo>
                    <a:pt x="6099551" y="6422337"/>
                    <a:pt x="6452586" y="6154209"/>
                    <a:pt x="6843778" y="5848440"/>
                  </a:cubicBezTo>
                  <a:cubicBezTo>
                    <a:pt x="6935559" y="5776768"/>
                    <a:pt x="7026997" y="5706642"/>
                    <a:pt x="7115515" y="5637891"/>
                  </a:cubicBezTo>
                  <a:close/>
                  <a:moveTo>
                    <a:pt x="6870111" y="0"/>
                  </a:moveTo>
                  <a:lnTo>
                    <a:pt x="7269107" y="0"/>
                  </a:lnTo>
                  <a:lnTo>
                    <a:pt x="7269107" y="243137"/>
                  </a:lnTo>
                  <a:lnTo>
                    <a:pt x="7089989" y="119955"/>
                  </a:lnTo>
                  <a:cubicBezTo>
                    <a:pt x="7045081" y="92581"/>
                    <a:pt x="6999384" y="66425"/>
                    <a:pt x="6952948" y="41521"/>
                  </a:cubicBezTo>
                  <a:close/>
                  <a:moveTo>
                    <a:pt x="1797606" y="0"/>
                  </a:moveTo>
                  <a:lnTo>
                    <a:pt x="3815328" y="0"/>
                  </a:lnTo>
                  <a:lnTo>
                    <a:pt x="3627371" y="77142"/>
                  </a:lnTo>
                  <a:cubicBezTo>
                    <a:pt x="3175548" y="273822"/>
                    <a:pt x="2754868" y="536281"/>
                    <a:pt x="2379115" y="856285"/>
                  </a:cubicBezTo>
                  <a:cubicBezTo>
                    <a:pt x="1959736" y="1215679"/>
                    <a:pt x="1616497" y="1640901"/>
                    <a:pt x="1386699" y="2086062"/>
                  </a:cubicBezTo>
                  <a:cubicBezTo>
                    <a:pt x="1151572" y="2543083"/>
                    <a:pt x="1031258" y="3018150"/>
                    <a:pt x="1031258" y="3498372"/>
                  </a:cubicBezTo>
                  <a:cubicBezTo>
                    <a:pt x="1031258" y="3957455"/>
                    <a:pt x="1211213" y="4223692"/>
                    <a:pt x="1618904" y="4781604"/>
                  </a:cubicBezTo>
                  <a:cubicBezTo>
                    <a:pt x="1720826" y="4921339"/>
                    <a:pt x="1826186" y="5065887"/>
                    <a:pt x="1934812" y="5225904"/>
                  </a:cubicBezTo>
                  <a:cubicBezTo>
                    <a:pt x="2318957" y="5792064"/>
                    <a:pt x="2713069" y="6194600"/>
                    <a:pt x="3140010" y="6456196"/>
                  </a:cubicBezTo>
                  <a:cubicBezTo>
                    <a:pt x="3479423" y="6664512"/>
                    <a:pt x="3855769" y="6792387"/>
                    <a:pt x="4281662" y="6843305"/>
                  </a:cubicBezTo>
                  <a:lnTo>
                    <a:pt x="4449058" y="6858000"/>
                  </a:lnTo>
                  <a:lnTo>
                    <a:pt x="1970756" y="6858000"/>
                  </a:lnTo>
                  <a:lnTo>
                    <a:pt x="1735871" y="6627685"/>
                  </a:lnTo>
                  <a:cubicBezTo>
                    <a:pt x="1502482" y="6382823"/>
                    <a:pt x="1285773" y="6107254"/>
                    <a:pt x="1080930" y="5805127"/>
                  </a:cubicBezTo>
                  <a:cubicBezTo>
                    <a:pt x="556364" y="5032027"/>
                    <a:pt x="0" y="4501616"/>
                    <a:pt x="0" y="3498372"/>
                  </a:cubicBezTo>
                  <a:cubicBezTo>
                    <a:pt x="0" y="2160829"/>
                    <a:pt x="685185" y="949872"/>
                    <a:pt x="1708172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1D2F0CC-6F08-527F-8442-EF0DE5040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2812" y="1032987"/>
            <a:ext cx="4919108" cy="4792027"/>
          </a:xfrm>
        </p:spPr>
        <p:txBody>
          <a:bodyPr anchor="ctr">
            <a:normAutofit/>
          </a:bodyPr>
          <a:lstStyle/>
          <a:p>
            <a:r>
              <a:rPr lang="hu-HU" sz="2000">
                <a:solidFill>
                  <a:schemeClr val="tx2"/>
                </a:solidFill>
              </a:rPr>
              <a:t>Python 3.11</a:t>
            </a:r>
          </a:p>
          <a:p>
            <a:r>
              <a:rPr lang="hu-HU" sz="2000">
                <a:solidFill>
                  <a:schemeClr val="tx2"/>
                </a:solidFill>
              </a:rPr>
              <a:t>Streamlit(UI)</a:t>
            </a:r>
          </a:p>
          <a:p>
            <a:r>
              <a:rPr lang="hu-HU" sz="2000">
                <a:solidFill>
                  <a:schemeClr val="tx2"/>
                </a:solidFill>
              </a:rPr>
              <a:t>Pandas (adatkezelés/statisztika)</a:t>
            </a:r>
          </a:p>
          <a:p>
            <a:r>
              <a:rPr lang="hu-HU" sz="2000">
                <a:solidFill>
                  <a:schemeClr val="tx2"/>
                </a:solidFill>
              </a:rPr>
              <a:t>JSON fájlok (tárolás) </a:t>
            </a:r>
          </a:p>
        </p:txBody>
      </p:sp>
    </p:spTree>
    <p:extLst>
      <p:ext uri="{BB962C8B-B14F-4D97-AF65-F5344CB8AC3E}">
        <p14:creationId xmlns:p14="http://schemas.microsoft.com/office/powerpoint/2010/main" val="3785811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2BB8057-3DA3-E982-C81C-B2D431CF29C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7838" b="757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E50076C2-25F5-6F4B-A4FD-57CB28C5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u-HU" dirty="0"/>
              <a:t>Adatmodell</a:t>
            </a: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D8E34395-8D5F-FE9D-BD41-EC9BDD78C2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72598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489336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4457BBB-5B34-BD7C-D16A-9B066C6E2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Funkciók</a:t>
            </a: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D4360655-ACC2-17B2-CFA3-39454445221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4192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14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5DB1FC6-A9F0-64C3-059B-882CAAA64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Kezdőlap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1CF4D6B8-04FB-10CC-EC40-80BCFBF5AFCC}"/>
              </a:ext>
            </a:extLst>
          </p:cNvPr>
          <p:cNvSpPr txBox="1"/>
          <p:nvPr/>
        </p:nvSpPr>
        <p:spPr>
          <a:xfrm>
            <a:off x="640080" y="2706624"/>
            <a:ext cx="6894576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Aktuális havi kiadás/bevétel/egyenleg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Keret állapota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Top 3 kategória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Legutóbbi tételek</a:t>
            </a:r>
          </a:p>
        </p:txBody>
      </p:sp>
      <p:pic>
        <p:nvPicPr>
          <p:cNvPr id="7" name="Kép 6" descr="A képen szöveg, képernyőkép, szoftver, diagra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801418FF-D5AC-4C30-74B4-0A8454953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415" y="178459"/>
            <a:ext cx="4243589" cy="3621326"/>
          </a:xfrm>
          <a:prstGeom prst="rect">
            <a:avLst/>
          </a:prstGeom>
        </p:spPr>
      </p:pic>
      <p:pic>
        <p:nvPicPr>
          <p:cNvPr id="5" name="Tartalom helye 4" descr="A képen szöveg, képernyőkép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85AD452-FC9D-F265-F653-232B383DCB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37861" y="4059534"/>
            <a:ext cx="3573108" cy="262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565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1293230-B0F6-45B1-96D1-13D18E242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A1E0707-4985-454B-ACE0-4855BB558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ED2BF24-ECFA-228C-F02D-E373D2FFE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7" y="609599"/>
            <a:ext cx="3686174" cy="1322888"/>
          </a:xfrm>
        </p:spPr>
        <p:txBody>
          <a:bodyPr>
            <a:normAutofit/>
          </a:bodyPr>
          <a:lstStyle/>
          <a:p>
            <a:r>
              <a:rPr lang="hu-HU" dirty="0"/>
              <a:t>Új tétel oldal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E508F9B-6297-9060-0572-E11B9D277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427" y="2194101"/>
            <a:ext cx="3543298" cy="3973337"/>
          </a:xfrm>
        </p:spPr>
        <p:txBody>
          <a:bodyPr>
            <a:normAutofit/>
          </a:bodyPr>
          <a:lstStyle/>
          <a:p>
            <a:r>
              <a:rPr lang="hu-HU" sz="2000"/>
              <a:t>Kiadás és Bevétel választás</a:t>
            </a:r>
          </a:p>
          <a:p>
            <a:r>
              <a:rPr lang="hu-HU" sz="2000"/>
              <a:t>Alap kategóriák</a:t>
            </a:r>
          </a:p>
          <a:p>
            <a:r>
              <a:rPr lang="hu-HU" sz="2000"/>
              <a:t>Validálás </a:t>
            </a:r>
          </a:p>
        </p:txBody>
      </p:sp>
      <p:pic>
        <p:nvPicPr>
          <p:cNvPr id="7" name="Kép 6" descr="A képen szöveg, képernyőkép, szoftver, Multimédiás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26E6EF2-02DE-058B-672C-08B726BCD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9683" y="1490579"/>
            <a:ext cx="3629057" cy="3684322"/>
          </a:xfrm>
          <a:prstGeom prst="rect">
            <a:avLst/>
          </a:prstGeom>
        </p:spPr>
      </p:pic>
      <p:pic>
        <p:nvPicPr>
          <p:cNvPr id="5" name="Kép 4" descr="A képen szöveg, képernyőkép, szoftver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4C73728-5545-F9EA-B88D-96B05B6B1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5311" y="1490577"/>
            <a:ext cx="3656689" cy="368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816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6CAED0A-2A45-4C9C-BCDD-21A8A092C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78B56FF-3270-CA66-F27C-607AAAF9D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hu-HU" sz="4800"/>
              <a:t>Tételek listázása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6CEF700-F1EE-605C-375B-B7CA82323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4160725" cy="3598989"/>
          </a:xfrm>
        </p:spPr>
        <p:txBody>
          <a:bodyPr anchor="ctr">
            <a:normAutofit/>
          </a:bodyPr>
          <a:lstStyle/>
          <a:p>
            <a:r>
              <a:rPr lang="hu-HU" sz="2000"/>
              <a:t>Listázás </a:t>
            </a:r>
          </a:p>
          <a:p>
            <a:r>
              <a:rPr lang="hu-HU" sz="2000"/>
              <a:t>Módosítás </a:t>
            </a:r>
          </a:p>
          <a:p>
            <a:r>
              <a:rPr lang="hu-HU" sz="2000"/>
              <a:t>Törlés</a:t>
            </a:r>
          </a:p>
          <a:p>
            <a:r>
              <a:rPr lang="hu-HU" sz="2000"/>
              <a:t>Szűrők</a:t>
            </a:r>
          </a:p>
          <a:p>
            <a:r>
              <a:rPr lang="hu-HU" sz="2000"/>
              <a:t>St.rerun()</a:t>
            </a:r>
          </a:p>
          <a:p>
            <a:endParaRPr lang="hu-HU" sz="2000"/>
          </a:p>
        </p:txBody>
      </p:sp>
      <p:pic>
        <p:nvPicPr>
          <p:cNvPr id="5" name="Kép 4" descr="A képen szöveg, képernyőkép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53EA8948-50DA-D8F8-5ACA-E53A92A9A1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42" b="4"/>
          <a:stretch>
            <a:fillRect/>
          </a:stretch>
        </p:blipFill>
        <p:spPr>
          <a:xfrm>
            <a:off x="5418759" y="2559047"/>
            <a:ext cx="2741805" cy="3639451"/>
          </a:xfrm>
          <a:prstGeom prst="rect">
            <a:avLst/>
          </a:prstGeom>
        </p:spPr>
      </p:pic>
      <p:pic>
        <p:nvPicPr>
          <p:cNvPr id="7" name="Kép 6" descr="A képen szöveg, képernyőkép, szoftver, Multimédiás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AAB01CB-849D-884D-39FF-AF324A67BF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858" b="4"/>
          <a:stretch>
            <a:fillRect/>
          </a:stretch>
        </p:blipFill>
        <p:spPr>
          <a:xfrm>
            <a:off x="8412616" y="2559047"/>
            <a:ext cx="2743620" cy="363945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387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015EADB-96AA-A219-7D68-496A6C014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hu-HU" sz="4800"/>
              <a:t>Költségvető és Statisztika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E8D8C06-F1DC-69D6-95F4-9125CCE70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r>
              <a:rPr lang="hu-HU" sz="2200"/>
              <a:t>Kategóriánkénti kiadás oszlopdiagram</a:t>
            </a:r>
          </a:p>
          <a:p>
            <a:r>
              <a:rPr lang="hu-HU" sz="2200"/>
              <a:t>Havi trend/ havi egyenleg grafikon  </a:t>
            </a:r>
          </a:p>
        </p:txBody>
      </p:sp>
      <p:pic>
        <p:nvPicPr>
          <p:cNvPr id="7" name="Kép 6" descr="A képen szöveg, képernyőkép, diagram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BAB91A43-E69A-3789-F6D7-780E0AB89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642" y="2569464"/>
            <a:ext cx="3053516" cy="3678936"/>
          </a:xfrm>
          <a:prstGeom prst="rect">
            <a:avLst/>
          </a:prstGeom>
        </p:spPr>
      </p:pic>
      <p:pic>
        <p:nvPicPr>
          <p:cNvPr id="5" name="Kép 4" descr="A képen szöveg, képernyőkép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51B7D4A3-D985-8AB4-0521-C1516A9A7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536" y="2569464"/>
            <a:ext cx="4514032" cy="367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39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0CC88A9-A661-4C48-866E-8734E511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93F0531-83AE-6CB8-BDF9-B67C83DBD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73" y="393380"/>
            <a:ext cx="7655427" cy="7398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/>
              <a:t>CSV exportálása</a:t>
            </a:r>
          </a:p>
        </p:txBody>
      </p:sp>
      <p:pic>
        <p:nvPicPr>
          <p:cNvPr id="5" name="Tartalom helye 4" descr="A képen szöveg, képernyőkép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E09A4ADF-6D7A-1DB7-5B87-CB36522343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8169" y="2337520"/>
            <a:ext cx="2835172" cy="3365190"/>
          </a:xfrm>
          <a:prstGeom prst="rect">
            <a:avLst/>
          </a:prstGeom>
        </p:spPr>
      </p:pic>
      <p:pic>
        <p:nvPicPr>
          <p:cNvPr id="7" name="Kép 6" descr="A képen szöveg, képernyőkép, szám,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EA75FFF-C728-64D9-29BD-3FC518F8D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156" y="2652202"/>
            <a:ext cx="4483510" cy="2735825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FDF195F-784B-4D00-8C92-6FC1B0499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041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2BD210A-8B13-640B-7A8A-6A122DF45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Beállítások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CCB46F2-91FB-34A0-DE8B-AC76757F6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922561"/>
            <a:ext cx="10909643" cy="55265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/>
              <a:t>Havi költségkeret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Kép 6" descr="A képen szöveg, képernyőkép, Betűtípus,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F3A356FD-A8F9-F7A1-1D58-1E938DFA7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91" y="2642616"/>
            <a:ext cx="5612114" cy="3605784"/>
          </a:xfrm>
          <a:prstGeom prst="rect">
            <a:avLst/>
          </a:prstGeom>
        </p:spPr>
      </p:pic>
      <p:pic>
        <p:nvPicPr>
          <p:cNvPr id="5" name="Kép 4" descr="A képen szöveg, képernyőkép, Betűtípus,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973252B-AB04-7E1E-1B90-003581DDE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817328"/>
            <a:ext cx="5614416" cy="325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15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301BB7A-2DF4-D6CA-70EB-464210382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Összegzés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36AEE14-33EE-BD16-944A-CADC1E341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652104"/>
          </a:xfrm>
        </p:spPr>
        <p:txBody>
          <a:bodyPr>
            <a:normAutofit/>
          </a:bodyPr>
          <a:lstStyle/>
          <a:p>
            <a:r>
              <a:rPr lang="hu-HU" dirty="0"/>
              <a:t>Az alkalmazás használható költségkövetésre és gyors elemzésre.</a:t>
            </a:r>
          </a:p>
          <a:p>
            <a:endParaRPr lang="hu-HU" dirty="0"/>
          </a:p>
          <a:p>
            <a:endParaRPr lang="hu-HU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FDDEF4D4-C3BE-EDA8-67CD-F9792F080199}"/>
              </a:ext>
            </a:extLst>
          </p:cNvPr>
          <p:cNvSpPr txBox="1"/>
          <p:nvPr/>
        </p:nvSpPr>
        <p:spPr>
          <a:xfrm>
            <a:off x="838200" y="2902352"/>
            <a:ext cx="109605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400" dirty="0"/>
              <a:t>Továbbfejlesztési lehetőségek 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E6E165FB-937B-B56D-E560-334E77EBB0B7}"/>
              </a:ext>
            </a:extLst>
          </p:cNvPr>
          <p:cNvSpPr txBox="1"/>
          <p:nvPr/>
        </p:nvSpPr>
        <p:spPr>
          <a:xfrm>
            <a:off x="838200" y="3888658"/>
            <a:ext cx="80132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/>
              <a:t>Több profil / külön kasszák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/>
              <a:t>CSV import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/>
              <a:t>Valódi adatbázis</a:t>
            </a:r>
          </a:p>
        </p:txBody>
      </p:sp>
    </p:spTree>
    <p:extLst>
      <p:ext uri="{BB962C8B-B14F-4D97-AF65-F5344CB8AC3E}">
        <p14:creationId xmlns:p14="http://schemas.microsoft.com/office/powerpoint/2010/main" val="2829523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F68D87D-4587-1530-9113-874706798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Köszönöm a figyelmet! </a:t>
            </a:r>
          </a:p>
        </p:txBody>
      </p:sp>
      <p:sp>
        <p:nvSpPr>
          <p:cNvPr id="36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Tartalom helye 18" descr="A képen rajz, clipart, hangulatjel, illusztráció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A7A97F5D-C07B-E954-A597-BC8B379988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69424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179</Words>
  <Application>Microsoft Office PowerPoint</Application>
  <PresentationFormat>Szélesvásznú</PresentationFormat>
  <Paragraphs>58</Paragraphs>
  <Slides>13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Office-téma</vt:lpstr>
      <vt:lpstr>Költségvető és statisztika alkalmazás</vt:lpstr>
      <vt:lpstr>Az alkalmazás célja</vt:lpstr>
      <vt:lpstr>Választott technológia</vt:lpstr>
      <vt:lpstr>Adatmodell</vt:lpstr>
      <vt:lpstr>Funkciók</vt:lpstr>
      <vt:lpstr>Kezdőlap</vt:lpstr>
      <vt:lpstr>Új tétel oldal</vt:lpstr>
      <vt:lpstr>Tételek listázása</vt:lpstr>
      <vt:lpstr>Költségvető és Statisztika</vt:lpstr>
      <vt:lpstr>CSV exportálása</vt:lpstr>
      <vt:lpstr>Beállítások</vt:lpstr>
      <vt:lpstr>Összegzés</vt:lpstr>
      <vt:lpstr>Köszönöm a figyelmet!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Loránd Barna</dc:creator>
  <cp:lastModifiedBy>Loránd Barna</cp:lastModifiedBy>
  <cp:revision>1</cp:revision>
  <dcterms:created xsi:type="dcterms:W3CDTF">2025-12-08T16:16:15Z</dcterms:created>
  <dcterms:modified xsi:type="dcterms:W3CDTF">2025-12-08T17:42:07Z</dcterms:modified>
</cp:coreProperties>
</file>